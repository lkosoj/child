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23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60120"/>
            <a:ext cx="7863840" cy="3703320"/>
          </a:xfrm>
          <a:prstGeom prst="roundRect">
            <a:avLst>
              <a:gd name="adj" fmla="val 3704"/>
            </a:avLst>
          </a:prstGeom>
          <a:solidFill>
            <a:srgbClr val="1D3557">
              <a:alpha val="6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22960" y="12344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600" dirty="0">
                <a:solidFill>
                  <a:srgbClr val="FFC9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ПРИКЛЮЧЕНИЯ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Тома Сойера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весёлая книга о мальчишке, который не любил сидеть на месте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4069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книге Марка Твена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Знакомься — это Том!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 — озорной мальчишка, совсем как ты. 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терпеть не может скучные уроки, зато обожает выдумывать приключения!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у тёти Полли в маленьком городке на берегу огромной реки Миссисипи.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его карманах всегда полно сокровищ: верёвочки, жуки и даже дохлая крыса на верёвочке!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60520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E76F5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Хитрый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57400" y="4160520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7FB069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Смелый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4160520"/>
            <a:ext cx="1463040" cy="475488"/>
          </a:xfrm>
          <a:prstGeom prst="roundRect">
            <a:avLst>
              <a:gd name="adj" fmla="val 23077"/>
            </a:avLst>
          </a:prstGeom>
          <a:solidFill>
            <a:srgbClr val="1D3557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Мечтатель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637" y="411480"/>
            <a:ext cx="4075043" cy="4023360"/>
          </a:xfrm>
          <a:prstGeom prst="ellipse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394960" y="4526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 превратил скучную работу в самую весёлую игру на свете. Как? Это секрет!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такими друзьями не соскучишься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2679192" cy="2743200"/>
          </a:xfrm>
          <a:prstGeom prst="roundRect">
            <a:avLst>
              <a:gd name="adj" fmla="val 4096"/>
            </a:avLst>
          </a:prstGeom>
          <a:solidFill>
            <a:srgbClr val="7FB069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Гек Финн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свободный мальчишка на свете. Спит где хочет, не ходит в школу и знает все тайные тропинки!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19272" y="1234440"/>
            <a:ext cx="2679192" cy="2743200"/>
          </a:xfrm>
          <a:prstGeom prst="roundRect">
            <a:avLst>
              <a:gd name="adj" fmla="val 4096"/>
            </a:avLst>
          </a:prstGeom>
          <a:solidFill>
            <a:srgbClr val="FFC94D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333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Джо Гарпер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друг и соратник. Вместе с Томом и Геком уплывает на пиратский остров!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181344" y="1234440"/>
            <a:ext cx="2679192" cy="2743200"/>
          </a:xfrm>
          <a:prstGeom prst="roundRect">
            <a:avLst>
              <a:gd name="adj" fmla="val 4096"/>
            </a:avLst>
          </a:prstGeom>
          <a:solidFill>
            <a:srgbClr val="E76F51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Бекки Тэтчер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Девочка с голубыми лентами. Вместе с ней Том попадёт в самое удивительное приключение — в тёмной пещере.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 есть кот Питер, строгая тётя Полли и целый городок, который Том держит в страхе своими шалостями!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120640" cy="4686300"/>
          </a:xfrm>
          <a:prstGeom prst="ellipse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806440" y="50292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Побег на остров пиратов!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806440" y="16459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Однажды Том, Гек и Джо решили: хватит слушаться взрослых! Ночью они сели на плот и уплыли на необитаемый остров — стать настоящими пиратами.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806440" y="37490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что случилось, когда весь город решил, что ребята пропали навсегда? Об этом — в книге!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Два великих приключения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45" y="723569"/>
            <a:ext cx="3263870" cy="2941982"/>
          </a:xfrm>
          <a:prstGeom prst="ellipse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85800" y="33375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Тайна пещеры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 и Бекки заблудились в огромной пещере, где свеча вот-вот погаснет. Как выбраться наружу?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66344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16" y="723569"/>
            <a:ext cx="3194399" cy="2821394"/>
          </a:xfrm>
          <a:prstGeom prst="ellipse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892040" y="33375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Настоящий клад!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Говорят, где-то зарыт сундук с золотыми монетами. Том и Гек отправляются на поиски...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8D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48640"/>
            <a:ext cx="3566160" cy="3657600"/>
          </a:xfrm>
          <a:prstGeom prst="ellipse">
            <a:avLst/>
          </a:prstGeom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57200" y="3657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 кто всё это придумал?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50876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Писатель Марк Твен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он был маленьким, то жил в таком же городке на реке и сам был похож на Тома!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работал матросом на пароходе и знал о реке всё.</a:t>
            </a:r>
            <a:endParaRPr lang="en-US" sz="1600" dirty="0"/>
          </a:p>
          <a:p>
            <a:pPr marL="127000" indent="-1270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Книге про Тома Сойера уже почти 150 лет, а ребята во всём мире читают её и смеются до слёз!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005840"/>
            <a:ext cx="7132320" cy="3840480"/>
          </a:xfrm>
          <a:prstGeom prst="roundRect">
            <a:avLst>
              <a:gd name="adj" fmla="val 3571"/>
            </a:avLst>
          </a:prstGeom>
          <a:solidFill>
            <a:srgbClr val="1D3557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188720" y="13716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9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Открой книгу —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88720" y="21488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приключения начнутся!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88720" y="3154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 Твен. «Приключения Тома Сойера»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4160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Шёпотом: взрослые тоже могут читать её вслух — им тоже понравится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372</Words>
  <Application>Microsoft Macintosh PowerPoint</Application>
  <PresentationFormat>Экран (16:9)</PresentationFormat>
  <Paragraphs>49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Приключения Тома Сойера</dc:title>
  <dc:subject>PptxGenJS Presentation</dc:subject>
  <dc:creator>PptxGenJS</dc:creator>
  <cp:lastModifiedBy>m13259</cp:lastModifiedBy>
  <cp:revision>4</cp:revision>
  <dcterms:created xsi:type="dcterms:W3CDTF">2026-07-29T11:41:49Z</dcterms:created>
  <dcterms:modified xsi:type="dcterms:W3CDTF">2026-07-29T12:00:17Z</dcterms:modified>
</cp:coreProperties>
</file>