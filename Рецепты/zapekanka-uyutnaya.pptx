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01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Картофельная запеканка с фаршем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2788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«Уютная»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ужин для всей семьи • 40 минут • 4 порции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Фарш куриный — 400 г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Картофель — 1 кг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Лук репчатый — 1 шт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Молоко — 150 мл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Масло сливочное — 50 г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 твёрдый — 100 г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Яйцо — 1 шт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и перец — по вкусу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005840"/>
            <a:ext cx="38404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1: Варим картофель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Очистить картофель и нарезать крупными кусками.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Варить в подсоленной воде 15 минут до готовности.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Слить воду и вернуть картофель в кастрюлю.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005840"/>
            <a:ext cx="38404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2: Картофельное пюре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Размять картофель толкушкой или вилкой.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тёплое молоко, сливочное масло, соль.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Вбить яйцо и быстро перемешать до однородности.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005840"/>
            <a:ext cx="38404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3: Обжариваем фарш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Мелко нарезать лук.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Обжарить лук до прозрачности (2 минуты).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фарш, посолить, поперчить.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Готовить 7–8 минут, помешивая, до готовности.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005840"/>
            <a:ext cx="38404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Шаг 4: Собираем и запекаем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форму для запекания выложить слой фарша.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распределить картофельное пюре.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Посыпать тёртым сыром.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Запекать при 200°C 10–15 минут до золотистой корочки.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005840"/>
            <a:ext cx="38404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85042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Готово! Приятного аппетита!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92981" y="30214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Сытный, домашний ужин для всей семьи готов!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Macintosh PowerPoint</Application>
  <PresentationFormat>Экран (16:9)</PresentationFormat>
  <Paragraphs>39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Картофельная запеканка с фаршем «Уютная»</dc:title>
  <dc:subject>PptxGenJS Presentation</dc:subject>
  <dc:creator>Deck Generator</dc:creator>
  <cp:lastModifiedBy>m13259</cp:lastModifiedBy>
  <cp:revision>2</cp:revision>
  <dcterms:created xsi:type="dcterms:W3CDTF">2026-06-12T15:07:55Z</dcterms:created>
  <dcterms:modified xsi:type="dcterms:W3CDTF">2026-06-12T15:11:08Z</dcterms:modified>
</cp:coreProperties>
</file>