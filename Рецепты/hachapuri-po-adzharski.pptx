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1A0F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1783080"/>
            <a:ext cx="164592" cy="1371600"/>
          </a:xfrm>
          <a:prstGeom prst="rect">
            <a:avLst/>
          </a:prstGeom>
          <a:solidFill>
            <a:srgbClr val="C8941A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15544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Хачапури по-аджарски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96112" y="29718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Аутентичный грузинский рецепт лодочки с тянущимся сыром и яйцом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96112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Подробное руководство · ингредиенты · пошаговый рецепт · секреты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ачарули?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Визитная карточка Аджарии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Дрожжевая лодочка с расплавленным сыром и яйцом в центре — самый узнаваемый вид хачапури.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Едят горячим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Отламываете руками румяный бортик и макаете его в сырно-яичную смесь, пока не кончится начинка. Донышко сворачиваете трубочкой.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режьте на порции — это блюдо едят руками целиком.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51560"/>
            <a:ext cx="393192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Хачапури по-аджарски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3749040" cy="3383280"/>
          </a:xfrm>
          <a:prstGeom prst="rect">
            <a:avLst/>
          </a:prstGeom>
          <a:solidFill>
            <a:srgbClr val="F3E8D2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97280"/>
            <a:ext cx="374904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521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Мука пшеничная — 400 г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Тёплая вода — 200 мл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Сухие дрожжи — 1,5 ч. л.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Сахар — 1 ст. л.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 — 1 ч. л.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Растительное масло — 2 ст. л.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097280"/>
            <a:ext cx="4023360" cy="1783080"/>
          </a:xfrm>
          <a:prstGeom prst="rect">
            <a:avLst/>
          </a:prstGeom>
          <a:solidFill>
            <a:srgbClr val="F3E8D2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097280"/>
            <a:ext cx="4023360" cy="457200"/>
          </a:xfrm>
          <a:prstGeom prst="rect">
            <a:avLst/>
          </a:prstGeom>
          <a:solidFill>
            <a:srgbClr val="C8941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1521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Начинка (на 2 лодочки)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627632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Сулугуни + адыгейский — 450 г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Яйцо в начинку — 1 шт.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 — 2 ст. л.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26280" y="3017520"/>
            <a:ext cx="4023360" cy="1463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Хачапури по-аджарски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1. Готовим тесто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В тёплой воде (200 мл) растворите дрожжи и сахар. Оставьте на 10 минут до пенки.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Просейте муку, добавьте соль, влейте дрожжевую смесь и масло.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Вымешивайте тесто 8–10 минут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 должно стать мягким, эластичным и почти не липнуть к рукам. Не забивайте мукой!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Скатайте в шар, смажьте маслом, накройте плёнкой.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Расстойка 1 час в тепле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 должно увеличиться вдвое.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051560"/>
            <a:ext cx="384048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Хачапури по-аджарски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2. Формуем лодочку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Разделите тесто на 2 равные части (~300 г).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Пальцами растяните в тонкий овал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середина — тонкая, края чуть толще.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Заверните два противоположных края внутрь на четверть.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Защипните концы — получается лодочка.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Натрите сыр, добавьте яйцо и воду. Выложите начинку в центр лодочки.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Смажьте бортики желтком для румянца.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051560"/>
            <a:ext cx="384048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Хачапури по-аджарски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3. Выпекаем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828800" cy="1143000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61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1892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 духовки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06040" y="1143000"/>
            <a:ext cx="2057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Разогрейте духовку до 220–250 °C.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Идеально — на камне или раскалённом перевёрнутом противне: дно сразу схватывается и не размокает.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Выпекайте 10–15 минут до золотистой корочки.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 должен расплавиться и начать пузыриться.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051560"/>
            <a:ext cx="3794760" cy="3520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Хачапури по-аджарски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4. Яйцо и подача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Достаньте лодочку, сделайте углубление в центре сыра.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Аккуратно разбейте яйцо (или только желток) в центр.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Верните в духовку на 2–4 минуты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белок должен схватиться, а желток остаться жидким.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Сразу подавайте!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 сверху кусочек сливочного масла и перемешайте желток с сыром и маслом вилкой.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051560"/>
            <a:ext cx="384048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Хачапури по-аджарски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Секреты и частые ошибки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3749040" cy="3429000"/>
          </a:xfrm>
          <a:prstGeom prst="rect">
            <a:avLst/>
          </a:prstGeom>
          <a:solidFill>
            <a:srgbClr val="E2EBD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97280"/>
            <a:ext cx="3749040" cy="457200"/>
          </a:xfrm>
          <a:prstGeom prst="rect">
            <a:avLst/>
          </a:prstGeom>
          <a:solidFill>
            <a:srgbClr val="3E6B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521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Сделайте так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 и сыр в пропорции 1:1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вымешивайте тесто — для пышных бортиков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Горячее дно духовки (камень/противень)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Смесь сыров: сулугуни + адыгейский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Желток — в самом конце, оставьте жидким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3749040" cy="3429000"/>
          </a:xfrm>
          <a:prstGeom prst="rect">
            <a:avLst/>
          </a:prstGeom>
          <a:solidFill>
            <a:srgbClr val="F6E3DF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1097280"/>
            <a:ext cx="3749040" cy="457200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521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  Избегайте этого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 много муки — тесто станет плотным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Сухой или маложирный сыр — начинка рассыпчатая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температура — лодочка не подрумянится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Яйцо слишком рано — желток запечётся весь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Переполнение начинкой — сыр вытечет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Хачапури по-аджарски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1A0F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1737360"/>
            <a:ext cx="164592" cy="1280160"/>
          </a:xfrm>
          <a:prstGeom prst="rect">
            <a:avLst/>
          </a:prstGeom>
          <a:solidFill>
            <a:srgbClr val="C8941A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15544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 аппетита!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96112" y="2880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Отламывайте бортик, макайте в сыр с маслом и желтком — и не останавливайтесь, пока лодочка не опустеет.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Хачапури по-аджарски</dc:title>
  <dc:subject>PptxGenJS Presentation</dc:subject>
  <dc:creator>Khachapuri Deck</dc:creator>
  <cp:lastModifiedBy>Khachapuri Deck</cp:lastModifiedBy>
  <cp:revision>1</cp:revision>
  <dcterms:created xsi:type="dcterms:W3CDTF">2026-07-12T22:28:10Z</dcterms:created>
  <dcterms:modified xsi:type="dcterms:W3CDTF">2026-07-12T22:28:10Z</dcterms:modified>
</cp:coreProperties>
</file>