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9933"/>
                </a:solidFill>
              </a:defRPr>
            </a:pPr>
            <a:r>
              <a:t>10 ЛУЧШИХ МЯСНЫХ РЕЦЕПТОВ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9966"/>
                </a:solidFill>
              </a:defRPr>
            </a:pPr>
            <a:r>
              <a:t>Для дачного тандыра с граммовками и пошаговыми инструкциями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Классический шашлык из баранины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12-15 минут  |  🔥 250-280°C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Баранина (шея или корейка) — 1.5 кг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Лук репчатый — 500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Вино красное сухое — 200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Лимонный сок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1.5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молотый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Зира молотая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Кинза свежая — 1 пучок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Нарежьте мясо кубиками по 50-60 г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Лук нарежьте полукольцами, разомните руками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Смешайте мясо, лук, вино, сок лимона и специи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Маринуйте 4-6 часов в холодильнике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Нанижите на шампуры, оставляя зазоры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12-15 минут, периодически поворачивая</a:t>
            </a:r>
          </a:p>
        </p:txBody>
      </p:sp>
      <p:pic>
        <p:nvPicPr>
          <p:cNvPr id="8" name="Picture 7" descr="01_shashli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Люля-кебаб из баранины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10-12 минут  |  🔥 280-300°C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Баранина (фарш жирный) — 1 кг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Лук репчатый — 300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4 зубчика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Свежий укроп — 50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Петрушка — 50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1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Зира — 0.5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Шампуры широкие — 6 шт.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Пропустите мясо и лук через мясорубку 2 раза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Добавьте мелко нарезанную зелень и чеснок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Вбейте в фарш специи, вымешивайте 10 минут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Смочите руки водой, наденьте фарш на шампуры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Сделайте продольные бороздки ножом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10-12 минут до румяной корочки</a:t>
            </a:r>
          </a:p>
        </p:txBody>
      </p:sp>
      <p:pic>
        <p:nvPicPr>
          <p:cNvPr id="8" name="Picture 7" descr="02_lul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Рибай стейк в тандыре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12-16 минут  |  🔥 300-320°C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Рибай (мраморная говядина) — 800 г (2 стейка по 400 г)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крупная — 2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свежемолотый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сушеный — 0.5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Розмарин свежий — 2 веточки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Масло оливковое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Сливочное масло — 50 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Достаньте стейки из холодильника за 1 час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Обсушите бумажным полотенцем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Смешайте соль, перец, чеснок, натрите стейки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Смажьте оливковым маслом, добавьте розмарин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Жарьте в тандыре 6-8 минут на сторону (medium rare)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Дайте отдохнуть 5 минут под фольгой со сливочным маслом</a:t>
            </a:r>
          </a:p>
        </p:txBody>
      </p:sp>
      <p:pic>
        <p:nvPicPr>
          <p:cNvPr id="8" name="Picture 7" descr="03_ribey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Свиная рулька в тандыре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2.5-3 часа  |  🔥 180-200°C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Свиная рулька (весом 1.2-1.5 кг) — 1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Пиво светлое — 500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1 головка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Горчица дижонская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Мед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Тмин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Лавровый лист — 3 шт.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Замаринуйте рульку в пиве с лавром 12 часов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Сделайте надрезы, вставьте чеснок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Смешайте горчицу, мед, соль, перец, тмин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Натрите рульку со всех сторон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Заверните в фольгу, положите на противень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2.5-3 часа, снимая фольгу на последние 30 минут</a:t>
            </a:r>
          </a:p>
        </p:txBody>
      </p:sp>
      <p:pic>
        <p:nvPicPr>
          <p:cNvPr id="8" name="Picture 7" descr="04_pork_shou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Баранья нога на кости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2.5-3 часа  |  🔥 170-190°C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Баранья нога (весом 1.5-2 кг) — 1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6 зубчиков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Розмарин — 4 веточки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Тимьян — 3 веточки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Оливковое масло — 100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Лимонный сок — 3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— 1.5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Белое вино — 200 мл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Сделайте глубокие проколы ножом по всей ноге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Вставьте в проколы чеснок и листья розмарина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Смешайте масло, лимонный сок, соль, перец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Натрите ногу маринадом, оставьте на 6-8 часов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Поставьте на решетку, подлейте вино в поддон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2.5-3 часа, поливая соком каждые 30 минут</a:t>
            </a:r>
          </a:p>
        </p:txBody>
      </p:sp>
      <p:pic>
        <p:nvPicPr>
          <p:cNvPr id="8" name="Picture 7" descr="05_lamb_le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Кабан в тандыре (дичь)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20-25 минут  |  🔥 220-250°C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Мясо кабана (окорок) — 1.5 кг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Лук — 400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Уксус яблочный — 100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Вода — 300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Лавровый лист — 4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Душистый перец — 6 горошин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5 зубчиков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Черный перец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Майоран — 1 ч.л.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Замочите мясо в маринаде из уксуса, воды, специй на 12 часов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Нарежьте мясо крупными кусками по 150 г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Нанижите на шампуры, чередуя с луком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Обваляйте в смеси соли, перца, майорана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Жарьте в тандыре 20-25 минут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Подавайте с маринованным луком и красным вином</a:t>
            </a:r>
          </a:p>
        </p:txBody>
      </p:sp>
      <p:pic>
        <p:nvPicPr>
          <p:cNvPr id="8" name="Picture 7" descr="06_bo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Утка с яблоками в тандыре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1.5-2 часа  |  🔥 180-200°C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Утка тушка (весом 2-2.5 кг) — 1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Яблоки кисло-сладкие — 4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Апельсин — 1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Мед — 3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Соевый соус — 2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Имбирь свежий — 30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4 зубчика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Пятиспециевая смесь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1.5 ст.л.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Ошпарьте утку кипятком, обсушите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Смешайте мед, соевый соус, тертый имбирь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Натрите утку внутри и снаружи, оставьте на 4 часа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Нарежьте яблоки и апельсин дольками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Начините утку фруктами, зашейте или скрепите зубочистками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1.5-2 часа, поливая вытопившимся жиром</a:t>
            </a:r>
          </a:p>
        </p:txBody>
      </p:sp>
      <p:pic>
        <p:nvPicPr>
          <p:cNvPr id="8" name="Picture 7" descr="07_du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Перепела на шампурах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12-15 минут  |  🔥 250-280°C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Перепела потрошеные — 10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Лимон — 2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5 зубчиков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Оливковое масло — 50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1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Паприка копченая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Розмарин — 3 веточки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Замаринуйте перепелов в смеси сока лимона, масла, специй на 2 часа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Сделайте надрезы на грудках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Вставьте в каждого по веточке розмарина и дольке лимона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Нанижите на шампуры по 2-3 перепела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Жарьте в тандыре 12-15 минут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Подавайте с лимоном и свежей зеленью</a:t>
            </a:r>
          </a:p>
        </p:txBody>
      </p:sp>
      <p:pic>
        <p:nvPicPr>
          <p:cNvPr id="8" name="Picture 7" descr="08_qu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Цыпленок табака в тандыре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40-50 минут  |  🔥 200-220°C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Цыпленок домашний (весом 800-900 г) — 1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Сметана жирная — 200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6 зубчиков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Хмели-сунели — 1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Кинза — 1 пучок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1.5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черный — 1 ч.л.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Масло сливочное — 50 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Лимон — 0.5 шт.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Разрежьте цыпленка вдоль грудки, раздавите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Смешайте сметану, давленый чеснок, специи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Натрите цыпленка маринадом со всех сторон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Маринуйте 3-4 часа в холодильнике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Положите на решетку грудкой вниз, сверху кусочки масла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40-50 минут до золотистой корочки</a:t>
            </a:r>
          </a:p>
        </p:txBody>
      </p:sp>
      <p:pic>
        <p:nvPicPr>
          <p:cNvPr id="8" name="Picture 7" descr="09_chick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C99"/>
                </a:solidFill>
              </a:defRPr>
            </a:pPr>
            <a:r>
              <a:t>Телятина с овощами в тандыре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22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933"/>
                </a:solidFill>
              </a:defRPr>
            </a:pPr>
            <a:r>
              <a:t>⏱ 15-18 минут  |  🔥 240-270°C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Ингредиенты: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Телятина (вырезка или лопатка) — 1 кг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Баклажаны — 2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Перец болгарский — 3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Помидоры — 4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Лук красный — 2 шт.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Чеснок — 4 зубчика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Базилик свежий — 1 пучок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Оливковое масло — 80 мл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Соль — 1.5 ст.л.</a:t>
            </a:r>
          </a:p>
          <a:p>
            <a:pPr>
              <a:spcAft>
                <a:spcPts val="400"/>
              </a:spcAft>
              <a:defRPr sz="1400">
                <a:solidFill>
                  <a:srgbClr val="FFEEDD"/>
                </a:solidFill>
              </a:defRPr>
            </a:pPr>
            <a:r>
              <a:t>• Бальзамический уксус — 2 ст.л.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Приготовление: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1. Нарежьте телятину кусками по 80-100 г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2. Нарежьте овощи крупными кусками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3. Смешайте масло, уксус, давленый чеснок, соль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4. Маринуйте мясо и овощи отдельно по 2 часа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5. Нанижите на шампуры, чередуя мясо и овощи</a:t>
            </a:r>
          </a:p>
          <a:p>
            <a:pPr>
              <a:spcAft>
                <a:spcPts val="600"/>
              </a:spcAft>
              <a:defRPr sz="1300">
                <a:solidFill>
                  <a:srgbClr val="EEDDCC"/>
                </a:solidFill>
              </a:defRPr>
            </a:pPr>
            <a:r>
              <a:t>6. Жарьте в тандыре 15-18 минут, подавайте с базиликом</a:t>
            </a:r>
          </a:p>
        </p:txBody>
      </p:sp>
      <p:pic>
        <p:nvPicPr>
          <p:cNvPr id="8" name="Picture 7" descr="10_v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9933"/>
                </a:solidFill>
              </a:defRPr>
            </a:pPr>
            <a:r>
              <a:t>Приятного аппетита!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9966"/>
                </a:solidFill>
              </a:defRPr>
            </a:pPr>
            <a:r>
              <a:t>Дачный тандыр — секрет настоящего вкуса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