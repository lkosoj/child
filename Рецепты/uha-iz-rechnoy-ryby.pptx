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8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2830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417320"/>
            <a:ext cx="5852160" cy="2377440"/>
          </a:xfrm>
          <a:prstGeom prst="rect">
            <a:avLst/>
          </a:prstGeom>
          <a:solidFill>
            <a:srgbClr val="082830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85800" y="164592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САМАЯ ВКУСНАЯ УХА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85800" y="26060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4A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речной рыбы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" y="32004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1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говорят рыбацкие традиции и классические рецепты: исследование + идеальный рецепт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85800" y="44805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Кулинарное исследование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Что показало исследование: три школы ухи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82296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Рыбацкая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Варится на костре из свежего улова. Минимум овощей, стопка водки в конце и тлеющая головёшка для «дымка».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188720"/>
            <a:ext cx="2651760" cy="82296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Классическая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Домашняя уха из 2–3 видов речной рыбы: навар даёт мелкая рыба (ёрш, окунь), вкус — крупная (судак, щука, карп).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188720"/>
            <a:ext cx="26517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188720"/>
            <a:ext cx="2651760" cy="82296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4173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Царская (тройная)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2377440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закладки рыбы: мелочь для бульона, средняя рыба, затем благородная. Самый насыщенный и чистый вкус.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вывод: лучший результат даёт сочетание — двойной навар из мелкой рыбы + крупные куски благородной речной рыбы, без зажарки и круп.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Какую речную рыбу выбрать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33856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Судак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148840" y="11338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Белое нежное мясо, минимум костей — основа «благородной» ухи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764792"/>
            <a:ext cx="4114800" cy="621792"/>
          </a:xfrm>
          <a:prstGeom prst="rect">
            <a:avLst/>
          </a:prstGeom>
          <a:solidFill>
            <a:srgbClr val="EFE7D8"/>
          </a:solidFill>
          <a:ln w="9525">
            <a:solidFill>
              <a:srgbClr val="E2D9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8470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Окунь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48840" y="18470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 сладковатый вкус и клейкость бульону; лучше крупный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478024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560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Щука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4884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Плотное мясо, характерный аромат — любимец рыбацкой ухи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191256"/>
            <a:ext cx="4114800" cy="621792"/>
          </a:xfrm>
          <a:prstGeom prst="rect">
            <a:avLst/>
          </a:prstGeom>
          <a:solidFill>
            <a:srgbClr val="EFE7D8"/>
          </a:solidFill>
          <a:ln w="9525">
            <a:solidFill>
              <a:srgbClr val="E2D9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735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Карп / карась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27355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Насыщенный вкус; водка убирает возможный привкус тины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904488"/>
            <a:ext cx="411480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E2D9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986784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64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Ёрш, пескарь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48840" y="39867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Мелочь для первого навара: варится в мешочке и убирается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051560"/>
            <a:ext cx="3840480" cy="32461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84632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Идеальный набор: ёрш для навара + судак или окунь для подачи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идеального бульона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0E3B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Двойной навар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1399032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25–30 минут варят мелкую рыбу (ёрш, пескарь) в марлевом мешочке, затем её убирают — бульон варят второй раз на крупной рыбе.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17720" y="1097280"/>
            <a:ext cx="457200" cy="457200"/>
          </a:xfrm>
          <a:prstGeom prst="ellipse">
            <a:avLst/>
          </a:prstGeom>
          <a:solidFill>
            <a:srgbClr val="0E3B43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10515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Холодная вода и слабый огонь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212080" y="1399032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Рыбу закладывают в холодную воду и не дают ухе бурно кипеть — только так бульон остаётся прозрачным.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57200" cy="457200"/>
          </a:xfrm>
          <a:prstGeom prst="ellipse">
            <a:avLst/>
          </a:prstGeom>
          <a:solidFill>
            <a:srgbClr val="0E3B43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Пена и лук целиком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51560" y="3182112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Пену снимают сразу после закипания; луковицу кладут неочищенной до конца — она даёт золотистый оттенок.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880360"/>
            <a:ext cx="457200" cy="457200"/>
          </a:xfrm>
          <a:prstGeom prst="ellipse">
            <a:avLst/>
          </a:prstGeom>
          <a:solidFill>
            <a:srgbClr val="0E3B43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Соль — вовремя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5212080" y="3182112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Солят при закладке овощей, перец и лавровый лист — за 10 минут до конца, чтобы не перебить аромат рыбы.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 идеальной ухи (казан ~4 л)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Речная рыба — 1,2–1,5 кг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судак/окунь/щука + 300–400 г ерша для навара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Вода — 2,5–3 л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 родниковая или фильтрованная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Картофель — 4–5 шт.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крупными дольками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Морковь — 1–2 шт.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кружками, без зажарки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— 2 шт.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целиком в бульон, одна мелко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Лавровый лист, перец горошком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листа, 5–6 горошин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Водка — 40–50 мл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стопка за 5 минут до конца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22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Зелень укропа и петрушки — </a:t>
            </a:r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пучок — в конце и при подаче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097280"/>
            <a:ext cx="365760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0" y="4160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 правило классики: ни круп, ни зажарки — иначе это уже рыбный суп, а не уха.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Приготовление: 6 шагов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9786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1978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Навар — 30 мин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73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Мелкую рыбу в мешочке варим в холодной воде с луковицей, снимаем пену.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6432" y="119786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0" name="Text 8"/>
          <p:cNvSpPr/>
          <p:nvPr/>
        </p:nvSpPr>
        <p:spPr>
          <a:xfrm>
            <a:off x="345643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50208" y="11978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Процеживание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Мешочек убираем, бульон при желании процеживаем — он должен быть прозрачным.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1072" y="119786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197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84848" y="119786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Овощи — 15 мин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167335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кипящий бульон — картофель и морковь, солим.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298094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2980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Основная рыба — 15 мин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Крупные куски судака/окуня — на слабом огне, без бурного кипения.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9184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6432" y="298094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950208" y="2980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 — 5 мин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47472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Лавровый лист, перец, стопка водки, рубленая зелень.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6517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91072" y="2980944"/>
            <a:ext cx="384048" cy="384048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0" name="Text 28"/>
          <p:cNvSpPr/>
          <p:nvPr/>
        </p:nvSpPr>
        <p:spPr>
          <a:xfrm>
            <a:off x="6291072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84848" y="29809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Настаивание — 15 мин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309360" y="3456432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Снимаем с огня, накрываем крышкой. На костре — опускаем тлеющую головёшку.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Финальные штрихи мастера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051560"/>
            <a:ext cx="374904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80560" y="1051560"/>
            <a:ext cx="64008" cy="73152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5" name="Text 2"/>
          <p:cNvSpPr/>
          <p:nvPr/>
        </p:nvSpPr>
        <p:spPr>
          <a:xfrm>
            <a:off x="4709160" y="1051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Стопка водки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709160" y="1344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40–50 мл за 5 минут до готовности: убирает привкус тины, делает бульон прозрачным; алкоголь испаряется.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480560" y="1920240"/>
            <a:ext cx="64008" cy="73152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8" name="Text 5"/>
          <p:cNvSpPr/>
          <p:nvPr/>
        </p:nvSpPr>
        <p:spPr>
          <a:xfrm>
            <a:off x="470916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Головёшка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09160" y="221284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Рыбацкий приём: тлеющее полено из костра на минуту опускают в казан — лёгкий аромат дымка.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2788920"/>
            <a:ext cx="64008" cy="73152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1" name="Text 8"/>
          <p:cNvSpPr/>
          <p:nvPr/>
        </p:nvSpPr>
        <p:spPr>
          <a:xfrm>
            <a:off x="47091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Настояться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09160" y="308152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минут под крышкой: вкус выравнивается, уха становится наваристее.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480560" y="3657600"/>
            <a:ext cx="64008" cy="731520"/>
          </a:xfrm>
          <a:prstGeom prst="rect">
            <a:avLst/>
          </a:prstGeom>
          <a:solidFill>
            <a:srgbClr val="E36414"/>
          </a:solidFill>
          <a:ln/>
        </p:spPr>
      </p:sp>
      <p:sp>
        <p:nvSpPr>
          <p:cNvPr id="14" name="Text 11"/>
          <p:cNvSpPr/>
          <p:nvPr/>
        </p:nvSpPr>
        <p:spPr>
          <a:xfrm>
            <a:off x="470916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33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709160" y="395020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D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зелень, чёрный хлеб, по желанию — долька лимона и сметана отдельно.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8646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Уха из речной рыбы — исследование и рецепт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955280" y="4864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2830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Пять правил самой вкусной ухи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731520" y="141732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Мелкая рыба — для навара, крупная — для подачи: двойной бульон решает всё.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Никакого бурного кипения, зажарки и круп — только чистый прозрачный бульон.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Свежая речная рыба и хорошая вода важнее любых специй.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Стопка водки и головёшка — не экзотика, а проверенные приёмы рыбаков.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1EF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ухе настояться 15 минут — и подавайте с зеленью и чёрным хлебом.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4206240"/>
            <a:ext cx="8046720" cy="18288"/>
          </a:xfrm>
          <a:prstGeom prst="rect">
            <a:avLst/>
          </a:prstGeom>
          <a:solidFill>
            <a:srgbClr val="F4A259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4343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4A2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 — и ни хвоста, ни чешуи!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Самая вкусная уха из речной рыбы</dc:title>
  <dc:subject>PptxGenJS Presentation</dc:subject>
  <dc:creator>PPTX Skill</dc:creator>
  <cp:lastModifiedBy>PPTX Skill</cp:lastModifiedBy>
  <cp:revision>1</cp:revision>
  <dcterms:created xsi:type="dcterms:W3CDTF">2026-07-28T12:43:21Z</dcterms:created>
  <dcterms:modified xsi:type="dcterms:W3CDTF">2026-07-28T12:43:21Z</dcterms:modified>
</cp:coreProperties>
</file>