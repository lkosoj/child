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Жульен с курицей и грибами в кокотницах под золотистой сырной корочко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74920" y="0"/>
            <a:ext cx="54864" cy="5143500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601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КУЛИНАРНАЯ ПРЕЗЕНТАЦИЯ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Жульен с курицей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грибами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02920" y="2971800"/>
            <a:ext cx="1371600" cy="45720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200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рецепт самого вкусного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жульена — нежная курица, ароматные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грибы и сливочный соус под сырной корочкой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4069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Время приготовления: 45 минут  ·  3–4 порции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73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ПОНАДОБИТСЯ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4736592"/>
            <a:ext cx="8138160" cy="0"/>
          </a:xfrm>
          <a:prstGeom prst="line">
            <a:avLst/>
          </a:prstGeom>
          <a:noFill/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Жульен с курицей и грибами — классический рецепт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955280" y="48097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Основные продукты: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Куриное филе — 300 г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Шампиньоны — 300 г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Репчатый лук — 1 шт. (100–150 г)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Твёрдый сыр — 150 г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соуса Бешамель: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Сливочное масло — 30 г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 — 1 ст. ложка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Сливки 20% или молоко — 200 мл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Мускатный орех, соль, перец — по вкусу</a:t>
            </a:r>
            <a:endParaRPr lang="en-US" sz="1400" dirty="0"/>
          </a:p>
        </p:txBody>
      </p:sp>
      <p:pic>
        <p:nvPicPr>
          <p:cNvPr id="8" name="Image 0" descr="Ингредиенты для жульена: куриное филе, шампиньоны, лук, сыр, сливки, масло и мук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88720"/>
            <a:ext cx="37490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4407408"/>
            <a:ext cx="3749040" cy="36576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 · ПОДГОТОВКА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Нарезка и обжарка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4736592"/>
            <a:ext cx="8138160" cy="0"/>
          </a:xfrm>
          <a:prstGeom prst="line">
            <a:avLst/>
          </a:prstGeom>
          <a:noFill/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Жульен с курицей и грибами — классический рецепт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955280" y="48097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Куриное филе нарежьте тонкой соломкой или небольшими кубиками.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мелко нашинкуйте и обжарьте на сливочном масле до прозрачности.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Грибы нарежьте тонкими пластинами. Обжаривайте на сильном огне, чтобы выпарить влагу и добиться румяности.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Курицу обжарьте до готовности и соедините все компоненты вместе.</a:t>
            </a:r>
            <a:endParaRPr lang="en-US" sz="1400" dirty="0"/>
          </a:p>
        </p:txBody>
      </p:sp>
      <p:pic>
        <p:nvPicPr>
          <p:cNvPr id="8" name="Image 0" descr="Нарезка грибов и куриного фила соломкой на деревянной разделочной доск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88720"/>
            <a:ext cx="37490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4407408"/>
            <a:ext cx="3749040" cy="36576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2 · СОУС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Соус Бешамель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4736592"/>
            <a:ext cx="8138160" cy="0"/>
          </a:xfrm>
          <a:prstGeom prst="line">
            <a:avLst/>
          </a:prstGeom>
          <a:noFill/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Жульен с курицей и грибами — классический рецепт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955280" y="48097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Растопите сливочное масло на медленном огне в сотейнике.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Всыпьте муку и обжаривайте, помешивая, до лёгкого кремового оттенка.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Тонкой струйкой влейте тёплое молоко или сливки, непрерывно помешивая венчиком, чтобы не было комков.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Прогревайте на медленном огне до загустения. Добавьте соль, перец и щепотку мускатного ореха.</a:t>
            </a:r>
            <a:endParaRPr lang="en-US" sz="1400" dirty="0"/>
          </a:p>
        </p:txBody>
      </p:sp>
      <p:pic>
        <p:nvPicPr>
          <p:cNvPr id="8" name="Image 0" descr="Приготовление соуса Бешамель: взбивание кремового соуса венчиком в сотейник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88720"/>
            <a:ext cx="37490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4407408"/>
            <a:ext cx="3749040" cy="36576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3 · ЗАПЕКАНИЕ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Сборка и запекание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4736592"/>
            <a:ext cx="8138160" cy="0"/>
          </a:xfrm>
          <a:prstGeom prst="line">
            <a:avLst/>
          </a:prstGeom>
          <a:noFill/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Жульен с курицей и грибами — классический рецепт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955280" y="48097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Соедините обжаренные курицу, лук и грибы с соусом Бешамель. Перемешайте.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Разложите массу по порционным кокотницам или в одну форму для запекания.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Обильно посыпьте тёртым сыром.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Запекайте в духовке при 180 °C в течение 15–20 минут до золотистой корочки.</a:t>
            </a:r>
            <a:endParaRPr lang="en-US" sz="1400" dirty="0"/>
          </a:p>
        </p:txBody>
      </p:sp>
      <p:pic>
        <p:nvPicPr>
          <p:cNvPr id="8" name="Image 0" descr="Кокотницы с начинкой из курицы и грибов, посыпанные тёртым сыром, перед запекание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88720"/>
            <a:ext cx="37490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4407408"/>
            <a:ext cx="3749040" cy="36576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Готовый жульен с bubbling золотистой сырной корочкой в кокотниц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0" y="0"/>
            <a:ext cx="5212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69080" y="0"/>
            <a:ext cx="54864" cy="5143500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777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Готовое блюдо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Ароматный жульен с румяной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сырной корочкой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180°C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2670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запекания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в духовке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0292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общее время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4773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 и советы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4736592"/>
            <a:ext cx="8138160" cy="0"/>
          </a:xfrm>
          <a:prstGeom prst="line">
            <a:avLst/>
          </a:prstGeom>
          <a:noFill/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Жульен с курицей и грибами — классический рецепт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955280" y="48097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жульен горячим — прямо в кокотницах, в которых он запекался.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Украсьте свежей зеленью: петрушкой или укропом.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 хрустящим багетом или тостами.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Советы повара: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праздничной подачи используйте тарталетки из слоёного теста.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Лесные грибы придадут более насыщенный аромат.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гарнир: отварной рис, паста или картофельное пюре.</a:t>
            </a:r>
            <a:endParaRPr lang="en-US" sz="1400" dirty="0"/>
          </a:p>
        </p:txBody>
      </p:sp>
      <p:pic>
        <p:nvPicPr>
          <p:cNvPr id="8" name="Image 0" descr="Жульен, поданный на белой тарелке с хрустящим хлебом и свежей зеленью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88720"/>
            <a:ext cx="37490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4407408"/>
            <a:ext cx="3749040" cy="36576"/>
          </a:xfrm>
          <a:prstGeom prst="rect">
            <a:avLst/>
          </a:prstGeom>
          <a:solidFill>
            <a:srgbClr val="A23E2A"/>
          </a:solidFill>
          <a:ln w="12700">
            <a:solidFill>
              <a:srgbClr val="A23E2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Жульен с курицей и грибами</dc:title>
  <dc:subject>Рецепт жульена с курицей и грибами</dc:subject>
  <dc:creator>Кулинарная презентация</dc:creator>
  <cp:lastModifiedBy>Кулинарная презентация</cp:lastModifiedBy>
  <cp:revision>1</cp:revision>
  <dcterms:created xsi:type="dcterms:W3CDTF">2026-07-01T19:32:42Z</dcterms:created>
  <dcterms:modified xsi:type="dcterms:W3CDTF">2026-07-01T19:32:42Z</dcterms:modified>
</cp:coreProperties>
</file>