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3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029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48640" y="1417320"/>
            <a:ext cx="82296" cy="2286000"/>
          </a:xfrm>
          <a:prstGeom prst="rect">
            <a:avLst/>
          </a:prstGeom>
          <a:solidFill>
            <a:srgbClr val="D4A547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1280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4A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КУЛИНАРНЫЙ ГИД · РЫБАЛКА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16916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Свежепойманный сом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777240" y="28803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приготовить речного сома у костра — от пойманной рыбы до тарелки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Время: ~45–60 мин  ·  Порций: 4  ·  Сложность: средняя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30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понадобится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Рассчитано на 4 порции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2062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Сом свежий — 1,5–2 кг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Лимон — 1 шт.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Чеснок — 4–5 зубчиков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Сливочное масло — 60 г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Растительное масло — 3 ст. л.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Укроп и петрушка — по пучку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Соль, чёрный перец — по вкусу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1325880"/>
            <a:ext cx="37490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30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Подготовка рыбы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 · ~10 минут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2976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3886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Оглушите и зафиксируйте рыбу на ровной поверхности.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Сделайте разрез от анального отверстия к голове, не задевая желчный пузырь.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Удалите внутренности, жабры и тёмную плёнку со стенок брюха.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Тщательно промойте тушку холодной водой, особенно внутри.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Снимите слизь: протрите рыбу солью, затем ополосните.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325880"/>
            <a:ext cx="3657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30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Нарезка и маринад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 · ~15 минут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0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Нарежьте стейками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Порежьте тушку поперёк на стейки толщиной 2,5–3 см. Для жарки можно отделить филе от хребта.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0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Замаринуйте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17830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Сок половины лимона, тёртый чеснок, соль и перец. Оставьте на 15–20 минут.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1600200"/>
          </a:xfrm>
          <a:prstGeom prst="rect">
            <a:avLst/>
          </a:prstGeom>
          <a:solidFill>
            <a:srgbClr val="E7E8D1"/>
          </a:solidFill>
          <a:ln w="6350">
            <a:solidFill>
              <a:srgbClr val="D8D4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926080"/>
            <a:ext cx="82296" cy="1600200"/>
          </a:xfrm>
          <a:prstGeom prst="rect">
            <a:avLst/>
          </a:prstGeom>
          <a:solidFill>
            <a:srgbClr val="D4A547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Совет повара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3832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Лимонный сок не только придаёт вкус — он устраняет речной запах тины, свойственный сому. Не маринуйте дольше 30 минут, иначе рыба станет рыхлой. Перед жаркой обсушите куски бумажным полотенцем — так корочка выйдет золотистой.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30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Обжарка на сковороде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 · ~15 минут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2976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3886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Разогрейте чугунную сковороду со смесью растительного и сливочного масла.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Обваляйте стейки в муке, стряхнув излишки.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Жарьте на среднем огне по 4–5 минут с каждой стороны до золотистой корочки.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конце добавьте сливочное масло, чеснок и зелень — полейте рыбу ароматным маслом.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Внутренняя температура готового филе — около 60 °C, оно должно легко расслаиваться.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325880"/>
            <a:ext cx="3657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30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4846320" y="0"/>
            <a:ext cx="42976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Альтернатива: на углях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 (вариант Б) · ~20 минут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4206240" cy="3200400"/>
          </a:xfrm>
          <a:prstGeom prst="rect">
            <a:avLst/>
          </a:prstGeom>
          <a:solidFill>
            <a:srgbClr val="2A3A30"/>
          </a:solidFill>
          <a:ln w="6350">
            <a:solidFill>
              <a:srgbClr val="D8D4C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325880" y="1600200"/>
            <a:ext cx="3154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Растопите угли до белого пепла и ровного жара.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Смажьте решётку маслом, чтобы рыба не прилипла.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Уложите стейки на решётку и закрепите.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Жарьте по 5–7 минут с каждой стороны, поворачивая один раз.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Сбрызгивайте лимонным соком для сочности.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30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Подача к столу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2976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3886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Выложите стейки на тёплую тарелку.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Украсьте дольками лимона и свежей зеленью.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Подавайте с отварным картофелем или свежими овощами.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 соусом из сметаны с чесноком и укропом.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325880"/>
            <a:ext cx="3657600" cy="2697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0" y="4160520"/>
            <a:ext cx="3657600" cy="685800"/>
          </a:xfrm>
          <a:prstGeom prst="rect">
            <a:avLst/>
          </a:prstGeom>
          <a:solidFill>
            <a:srgbClr val="E7E8D1"/>
          </a:solidFill>
          <a:ln w="6350">
            <a:solidFill>
              <a:srgbClr val="D8D4C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0" y="4160520"/>
            <a:ext cx="82296" cy="6858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6"/>
          <p:cNvSpPr/>
          <p:nvPr/>
        </p:nvSpPr>
        <p:spPr>
          <a:xfrm>
            <a:off x="5257800" y="42062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0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Приятного аппетита!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Свежепойманный сом: готовим у реки</dc:title>
  <dc:subject>PptxGenJS Presentation</dc:subject>
  <dc:creator>Кулинарный гид</dc:creator>
  <cp:lastModifiedBy>Кулинарный гид</cp:lastModifiedBy>
  <cp:revision>1</cp:revision>
  <dcterms:created xsi:type="dcterms:W3CDTF">2026-07-09T10:09:11Z</dcterms:created>
  <dcterms:modified xsi:type="dcterms:W3CDTF">2026-07-09T10:09:11Z</dcterms:modified>
</cp:coreProperties>
</file>