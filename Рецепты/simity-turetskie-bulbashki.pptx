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06240" y="0"/>
            <a:ext cx="914400" cy="4572000"/>
          </a:xfrm>
          <a:prstGeom prst="rect">
            <a:avLst/>
          </a:prstGeom>
          <a:solidFill>
            <a:srgbClr val="0A0A0B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417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Симиты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турецкие бублики с кунжутом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приготовления: 1,5–2 часа  |  Выход: 8–10 штук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73152" cy="73152"/>
          </a:xfrm>
          <a:prstGeom prst="ellipse">
            <a:avLst/>
          </a:prstGeom>
          <a:solidFill>
            <a:srgbClr val="A23E2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Пшеничная мука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23160" y="1234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г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81912"/>
            <a:ext cx="4206240" cy="4572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755648"/>
            <a:ext cx="73152" cy="73152"/>
          </a:xfrm>
          <a:prstGeom prst="ellipse">
            <a:avLst/>
          </a:prstGeom>
          <a:solidFill>
            <a:srgbClr val="A23E2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459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Сухие дрожжи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23160" y="1645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г (1 пакетик)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993392"/>
            <a:ext cx="4206240" cy="4572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167128"/>
            <a:ext cx="73152" cy="73152"/>
          </a:xfrm>
          <a:prstGeom prst="ellipse">
            <a:avLst/>
          </a:prstGeom>
          <a:solidFill>
            <a:srgbClr val="A23E2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57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Тёплая вода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2057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мл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404872"/>
            <a:ext cx="4206240" cy="4572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578608"/>
            <a:ext cx="73152" cy="73152"/>
          </a:xfrm>
          <a:prstGeom prst="ellipse">
            <a:avLst/>
          </a:prstGeom>
          <a:solidFill>
            <a:srgbClr val="A23E2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468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2468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ч.л.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816352"/>
            <a:ext cx="4206240" cy="4572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990088"/>
            <a:ext cx="73152" cy="73152"/>
          </a:xfrm>
          <a:prstGeom prst="ellipse">
            <a:avLst/>
          </a:prstGeom>
          <a:solidFill>
            <a:srgbClr val="A23E2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880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Сахар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23160" y="28803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ст.л.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227832"/>
            <a:ext cx="4206240" cy="4572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3401568"/>
            <a:ext cx="73152" cy="73152"/>
          </a:xfrm>
          <a:prstGeom prst="ellipse">
            <a:avLst/>
          </a:prstGeom>
          <a:solidFill>
            <a:srgbClr val="A23E2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291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Растительное масло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23160" y="3291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ст.л.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639312"/>
            <a:ext cx="4206240" cy="4572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3813048"/>
            <a:ext cx="73152" cy="73152"/>
          </a:xfrm>
          <a:prstGeom prst="ellipse">
            <a:avLst/>
          </a:prstGeom>
          <a:solidFill>
            <a:srgbClr val="A23E2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703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Пекмез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23160" y="3703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мл (для глазури)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4050792"/>
            <a:ext cx="4206240" cy="4572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" y="4224528"/>
            <a:ext cx="73152" cy="73152"/>
          </a:xfrm>
          <a:prstGeom prst="ellipse">
            <a:avLst/>
          </a:prstGeom>
          <a:solidFill>
            <a:srgbClr val="A23E2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114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Кунжут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423160" y="4114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150–200 г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1143000"/>
            <a:ext cx="3886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234440"/>
            <a:ext cx="3703320" cy="30632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Ингредиенты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ПРИГОТОВЛЕНИЕ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Тесто и формовка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Приготовьте тесто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миске смешайте муку, дрожжи, соль и сахар. Влейте тёплую воду и масло, замесите мягкое эластичное тесто. Накройте и оставьте подниматься на 1 час.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Скатайте жгуты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8745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Разделите тесто на 8–10 частей. Каждую часть раскатайте в длинный жгут длиной 30–35 см и сверните в кольцо, защипнув концы.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2971800"/>
            <a:ext cx="3611880" cy="1463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1–2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ПРИГОТОВЛЕНИЕ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Глазурь из пекмеза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Приготовьте глазурь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Смешайте пекмез с небольшим количеством воды (1:1), чтобы получилась жидкая глазурь.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3611880" cy="1234440"/>
          </a:xfrm>
          <a:prstGeom prst="rect">
            <a:avLst/>
          </a:prstGeom>
          <a:solidFill>
            <a:srgbClr val="F1EFEA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461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 симита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Пекмез — это густой виноградный сироп. Именно он даёт симитам характерный тёмно-золотистый цвет и лёгкую сладость.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3977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04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Обмакните в пекмез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Окуните каждый бублик в глазурь из пекмеза, дайте стечь излишкам.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3–4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ПРИГОТОВЛЕНИЕ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Кунжутная корочка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Обваляйте в кунжуте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Щедро обваляйте бублики в кунжуте со всех сторон. Выложите на противень с пергаментом.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3611880" cy="1371600"/>
          </a:xfrm>
          <a:prstGeom prst="rect">
            <a:avLst/>
          </a:prstGeom>
          <a:solidFill>
            <a:srgbClr val="0A0A0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089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ШАГ: ВЫПЕЧКА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°C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минут до золотистого цвета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3977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1234440"/>
            <a:ext cx="3794760" cy="3246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5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Выпекайте и подавайте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4348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425196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74920" y="1143000"/>
            <a:ext cx="36118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5780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57800" y="1508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Выпекайте!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57800" y="187452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Разогрейте духовку до 200 °C. Выпекайте 15–20 минут до золотистого цвета. Остудите на решётке и подавайте тёплыми с чаем.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57800" y="3291840"/>
            <a:ext cx="3246120" cy="1051560"/>
          </a:xfrm>
          <a:prstGeom prst="rect">
            <a:avLst/>
          </a:prstGeom>
          <a:solidFill>
            <a:srgbClr val="F1EFEA"/>
          </a:solidFill>
          <a:ln w="6350">
            <a:solidFill>
              <a:srgbClr val="D8D1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0680" y="3429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Подача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40680" y="3703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Тёплые симиты идеально сочетаются с чаем, мягким сыром, мёдом или джемом.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6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1097280" cy="45720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аппетита!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Симиты — вкус Турции на вашей кухне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3566160"/>
            <a:ext cx="2468880" cy="1234440"/>
          </a:xfrm>
          <a:prstGeom prst="rect">
            <a:avLst/>
          </a:prstGeom>
          <a:solidFill>
            <a:srgbClr val="0A0A0B"/>
          </a:solidFill>
          <a:ln w="6350">
            <a:solidFill>
              <a:srgbClr val="D8D1C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3611880"/>
            <a:ext cx="2377440" cy="1143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Симиты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029200" y="48006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Симиты</dc:title>
  <dc:subject>Симиты — турецкие бублики с кунжутом</dc:subject>
  <dc:creator>Recipe Deck</dc:creator>
  <cp:lastModifiedBy>Recipe Deck</cp:lastModifiedBy>
  <cp:revision>1</cp:revision>
  <dcterms:created xsi:type="dcterms:W3CDTF">2026-05-29T20:33:35Z</dcterms:created>
  <dcterms:modified xsi:type="dcterms:W3CDTF">2026-05-29T20:33:35Z</dcterms:modified>
</cp:coreProperties>
</file>