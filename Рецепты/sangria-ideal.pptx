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solidFill>
            <a:srgbClr val="2C1E16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Идеальная Сангрия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Классический испанский рецепт с секретами мастерства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8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сангрия?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Сангрия — это традиционный испанский напиток на основе красного вина, свежих фруктов и лёгкого алкоголя. Родом из Каталонии и Андалусии, она идеально подходит для жаркого лета и дружеских встреч.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секрет — длительная мариновка фруктов в вине, благодаря которой напиток приобретает насыщенный фруктовый вкус и аромат. Это не просто коктейль, а целая церемония.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8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 (на 6–8 порций)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бутылка (750 мл) красного вина (Риоха, Темпранильо)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апельсин + 1 лимон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яблоко (лучше кисло-сладкое)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100–150 г ягод (клубника, малина)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50–80 мл бренди или апельсинового ликёра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2–3 ст.л. сахара или сахарного сиропа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300–400 мл газированной воды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Палочка корицы, свежая мята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914400"/>
            <a:ext cx="38404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8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Пошаговый рецепт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914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Нарежьте фрукты тонкими ломтиками. Яблоко — дольками, апельсин и лимон — кружками.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большой кувшин влейте вино, добавьте бренди, сахар и все фрукты. Перемешайте.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Добавьте палочку корицы. Закройте и поставьте в холодильник на 4–12 часов.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3657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подачей добавьте газировку, лёд и свежую мяту. Разлейте по бокалам.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914400"/>
            <a:ext cx="36576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8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идеальной сангрии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" cy="228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Используйте хорошее, но не самое дорогое вино — вкус всё равно смягчится фруктами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28600" cy="228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Маринуйте фрукты минимум 4 часа, а лучше ночь — вкус станет гораздо богаче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28600" cy="228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Газированную воду добавляйте только перед подачей, иначе потеряется игристость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28600" cy="228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Экспериментируйте с сезонными фруктами: персики, груши, киви, арбуз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28600" cy="228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Подавайте в прозрачном кувшине — это часть эстетики напитка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228600" cy="228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Сделайте лёд из остатков сангрии — он не разбавит напиток водой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8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Вариации сангрии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Белая сангрия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Белое вино + персики + мята + лайм. Лёгкая и освежающая.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Летняя арбузная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1645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Красное вино + арбуз + базилик + лимон. Идеально для пикника.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Зимняя глинтвейн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Красное вино + яблоки + корица + гвоздика + апельсин. Тёплая версия.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27432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Безалкогольная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3383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Виноградный сок + все фрукты + газировка + мята. Для детей и водителей.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8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Идеальная подача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Подавайте в прозрачном кувшине или большой стеклянной вазе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Бокалы с толстым дном и широким верхом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Украшайте дольками фруктов и веточками мяты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Идеально сочетается с тапас, паэльей, грилем и сырами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¡Salud! — за здоровье и хорошее настроение!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solidFill>
            <a:srgbClr val="2C1E16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¡SALUD!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Наслаждайтесь моментом с друзьями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идеальной сангрией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Идеальная Сангрия</dc:title>
  <dc:subject>Рецепт приготовления идеальной сангрии</dc:subject>
  <dc:creator>Hermes Agent</dc:creator>
  <cp:lastModifiedBy>Hermes Agent</cp:lastModifiedBy>
  <cp:revision>1</cp:revision>
  <dcterms:created xsi:type="dcterms:W3CDTF">2026-05-17T12:07:08Z</dcterms:created>
  <dcterms:modified xsi:type="dcterms:W3CDTF">2026-05-17T12:07:08Z</dcterms:modified>
</cp:coreProperties>
</file>