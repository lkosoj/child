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work-cxJpGo/01-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1371600"/>
            <a:ext cx="1645920" cy="54864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6002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1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Пекмезли рулетики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880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Турецкая сладость из слоёного теста с пекмезом и кунжутом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минут  |  4–6 порций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200400" y="480060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Слоёное бездрожжевое тесто — 500 г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Пекмез (виноградный сироп) — 100 мл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Кунжут — 3 ст. л.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Сахарная пудра — для подачи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383280"/>
          </a:xfrm>
          <a:prstGeom prst="rect">
            <a:avLst>
              <a:gd name="adj" fmla="val 2162"/>
            </a:avLst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pic>
        <p:nvPicPr>
          <p:cNvPr id="6" name="Image 0" descr="/tmp/pptx-work-cxJpGo/02-ingredi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143000"/>
            <a:ext cx="374904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35 минут  |  🍽 4–6 порций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Ингредиенты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Приготовление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Разверните тесто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Разверните слоёное бездрожжевое тесто на присыпанном мукой столе в прямоугольник.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188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Смажьте пекмезом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Равномерно распределите пекмез по всей поверхности теста, оставив 1 см от края.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84124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pic>
        <p:nvPicPr>
          <p:cNvPr id="13" name="Image 0" descr="/tmp/pptx-work-cxJpGo/03-spread-ro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383280"/>
            <a:ext cx="8138160" cy="11887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1–2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Приготовление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Посыпьте кунжутом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Щедро посыпьте тесто кунжутом, слегка прижмите ладонью.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188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Сверните рулет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Аккуратно сверните тесто в плотный рулет по длинной стороне.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8412480" cy="1371600"/>
          </a:xfrm>
          <a:prstGeom prst="rect">
            <a:avLst>
              <a:gd name="adj" fmla="val 5333"/>
            </a:avLst>
          </a:prstGeom>
          <a:solidFill>
            <a:srgbClr val="D8D1C4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Совет: используйте свежий кунжут для лучшего аромата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3–4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Приготовление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3566160"/>
          </a:xfrm>
          <a:prstGeom prst="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Нарежьте и выпекайте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Нарежьте рулет на кусочки толщиной 2–3 см. Выложите на противень с пергаментом. Выпекайте при 180 °C 15–20 минут до золотистого цвета.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246120"/>
            <a:ext cx="3566160" cy="1097280"/>
          </a:xfrm>
          <a:prstGeom prst="rect">
            <a:avLst>
              <a:gd name="adj" fmla="val 4167"/>
            </a:avLst>
          </a:prstGeom>
          <a:solidFill>
            <a:srgbClr val="F1EFE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180 °C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15–20 минут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толщина 2–3 см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023360" cy="3566160"/>
          </a:xfrm>
          <a:prstGeom prst="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pic>
        <p:nvPicPr>
          <p:cNvPr id="13" name="Image 0" descr="/tmp/pptx-work-cxJpGo/01-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188720"/>
            <a:ext cx="3749040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5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Приготовление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3566160"/>
          </a:xfrm>
          <a:prstGeom prst="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pic>
        <p:nvPicPr>
          <p:cNvPr id="5" name="Image 0" descr="/tmp/pptx-work-cxJpGo/06-finish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88720"/>
            <a:ext cx="374904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1051560"/>
            <a:ext cx="4023360" cy="3566160"/>
          </a:xfrm>
          <a:prstGeom prst="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83480" y="1188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8348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Подавайте!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98348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Остудите 10 минут, посыпьте сахарной пудрой и подавайте к чаю.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83480" y="3246120"/>
            <a:ext cx="3566160" cy="1097280"/>
          </a:xfrm>
          <a:prstGeom prst="rect">
            <a:avLst>
              <a:gd name="adj" fmla="val 4167"/>
            </a:avLst>
          </a:prstGeom>
          <a:solidFill>
            <a:srgbClr val="F1EFEA"/>
          </a:solidFill>
          <a:ln/>
        </p:spPr>
      </p:sp>
      <p:sp>
        <p:nvSpPr>
          <p:cNvPr id="11" name="Text 8"/>
          <p:cNvSpPr/>
          <p:nvPr/>
        </p:nvSpPr>
        <p:spPr>
          <a:xfrm>
            <a:off x="516636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Подавайте к чаю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6636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с турецким чаем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6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1828800" cy="54864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1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Приятного аппетита!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Пекмезли рулетики — турецкая сладость для уютного чаепития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1097280" cy="36576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Пекмезли рулетики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Пекмезли рулетики</dc:title>
  <dc:subject>Рецепт: Пекмезли рулетики</dc:subject>
  <dc:creator>Recipe Deck Generator</dc:creator>
  <cp:lastModifiedBy>Recipe Deck Generator</cp:lastModifiedBy>
  <cp:revision>1</cp:revision>
  <dcterms:created xsi:type="dcterms:W3CDTF">2026-05-29T17:06:42Z</dcterms:created>
  <dcterms:modified xsi:type="dcterms:W3CDTF">2026-05-29T17:06:42Z</dcterms:modified>
</cp:coreProperties>
</file>