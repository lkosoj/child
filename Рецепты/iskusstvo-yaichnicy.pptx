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2B1F">
              <a:alpha val="60000"/>
            </a:srgbClr>
          </a:solidFill>
          <a:ln w="12700">
            <a:solidFill>
              <a:srgbClr val="3D2B1F">
                <a:alpha val="6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Искусство яичницы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474720" y="2834640"/>
            <a:ext cx="2194560" cy="54864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Путеводитель по приготовлению идеальной яичницы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 — 2–3 шт. (лучше фермерские)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или растительное масло — 1 ст. ложка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по вкусу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перец — по вкусу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зелень (петрушка, укроп) — по желанию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731520"/>
            <a:ext cx="3657600" cy="3291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яичницы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Достаньте яйца из холодильника за 10–15 минут до готовки — комнатная температура даёт равномерную прожарку.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сковороду на среднем огне. Добавьте масло и дайте ему хорошо прогреться.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Аккуратно разбейте яйца в миску или прямо на сковороду, стараясь не повредить желток.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14400"/>
            <a:ext cx="3657600" cy="329184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яичницы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Жарка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Огонь: средний или чуть ниже среднего — сильный огонь подгорает снизу.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Накройте крышкой на 1–2 минуты для равномерного приготовления верха.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Следите за белком: он должен стать матовым, а желток — остаться жидким.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3–4 минуты для глазуньи средней прожарки.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щепотку соли и перца в конце жарки.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731520"/>
            <a:ext cx="3657600" cy="3291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яичницы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Виды яичницы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749040" cy="3291840"/>
          </a:xfrm>
          <a:prstGeom prst="roundRect">
            <a:avLst>
              <a:gd name="adj" fmla="val 4167"/>
            </a:avLst>
          </a:prstGeom>
          <a:solidFill>
            <a:srgbClr val="FAF5EE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Глазунья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 разбиваются на сковороду, желток остаётся целым. Белок прожаривается, желток — жидкий и нежный.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подходит для завтрака с тостами и свежими овощами.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3749040" cy="3291840"/>
          </a:xfrm>
          <a:prstGeom prst="roundRect">
            <a:avLst>
              <a:gd name="adj" fmla="val 4167"/>
            </a:avLst>
          </a:prstGeom>
          <a:solidFill>
            <a:srgbClr val="FAF5EE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Болтунья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 взбиваются вилкой или венчиком, затем выливаются на горячую сковороду и постоянно перемешиваются.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Получается воздушная, мягкая текстура — отличная основа для сэндвичей.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33088" y="2468880"/>
            <a:ext cx="877824" cy="87782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2606040"/>
            <a:ext cx="877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яичницы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Выложите яйца на тёплую тарелку — так они дольше останутся горячими.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Украсьте свежей зеленью: укроп, петрушка, зелёный лук.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с хрустящими тостами, авокадо или свежими овощами.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ломтик бекона, сыр или грибы для сытного завтрака.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D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красивую посуду — мы едим глазами!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731520"/>
            <a:ext cx="3657600" cy="3291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яичницы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2B1F">
              <a:alpha val="50000"/>
            </a:srgbClr>
          </a:solidFill>
          <a:ln w="12700">
            <a:solidFill>
              <a:srgbClr val="3D2B1F">
                <a:alpha val="5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474720" y="2926080"/>
            <a:ext cx="2194560" cy="54864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Готовьте с любовью, подавайте с улыбкой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Искусство яичницы</dc:title>
  <dc:subject>Искусство яичницы</dc:subject>
  <dc:creator>AI</dc:creator>
  <cp:lastModifiedBy>AI</cp:lastModifiedBy>
  <cp:revision>1</cp:revision>
  <dcterms:created xsi:type="dcterms:W3CDTF">2026-05-14T16:13:23Z</dcterms:created>
  <dcterms:modified xsi:type="dcterms:W3CDTF">2026-05-14T16:13:23Z</dcterms:modified>
</cp:coreProperties>
</file>