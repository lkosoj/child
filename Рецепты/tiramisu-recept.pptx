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3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574"/>
                </a:solidFill>
              </a:rPr>
              <a:t>ИТАЛЬЯНСКАЯ КУХНЯ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E6D3"/>
                </a:solidFill>
              </a:rPr>
              <a:t>Классический итальянский десерт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E6D3"/>
                </a:solidFill>
              </a:rPr>
              <a:t>из маскарпоне, кофе и савоярди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43385" y="0"/>
            <a:ext cx="5900615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840480"/>
            <a:ext cx="137160" cy="1371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574"/>
                </a:solidFill>
              </a:rPr>
              <a:t>Подними меня — подними настроение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1 / 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Рецепт самого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вкусного тирамису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 десерта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574"/>
                </a:solidFill>
              </a:rPr>
              <a:t>Происхождение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1810"/>
                </a:solidFill>
              </a:rPr>
              <a:t>Родина тирамису — город Тревизо в регионе Венето, Италия.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1810"/>
                </a:solidFill>
              </a:rPr>
              <a:t>Десерт создан в ресторане Le Beccherie в конце 1960-х годов.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1810"/>
                </a:solidFill>
              </a:rPr>
              <a:t>Автор рецепта — кондитер Роберто Лингуанотто.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1810"/>
                </a:solidFill>
              </a:rPr>
              <a:t>Хозяйка ресторана Альба Кампеоль помогла доработать рецепт.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1810"/>
                </a:solidFill>
              </a:rPr>
              <a:t>Впервые десерт был внесён в меню ресторана в 1972 году.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566160" cy="301752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234440"/>
            <a:ext cx="329184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6E63"/>
                </a:solidFill>
              </a:rPr>
              <a:t>Тревизо — колыбель тирамису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mi su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297680" y="2331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E2723"/>
                </a:solidFill>
              </a:rPr>
              <a:t>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«Подними меня»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6D3"/>
                </a:solidFill>
              </a:rPr>
              <a:t>Дословный перевод с итальянского — «взбодри меня».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6D3"/>
                </a:solidFill>
              </a:rPr>
              <a:t>Десерт заряжает энергией благодаря кофе и сахару.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ингредиентов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Маскарпоне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500 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18872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Яйца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16352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4–5 шт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Сахарная пудра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100 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37744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37744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Савоярди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300–400 г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51760" y="237744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24" name="Shape 22"/>
          <p:cNvSpPr/>
          <p:nvPr/>
        </p:nvSpPr>
        <p:spPr>
          <a:xfrm>
            <a:off x="2651760" y="237744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2816352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1635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Эспрессо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16352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250 мл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77440"/>
            <a:ext cx="1965960" cy="105156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2377440"/>
            <a:ext cx="54864" cy="105156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9472" y="2743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Какао-порошок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063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6E63"/>
                </a:solidFill>
              </a:rPr>
              <a:t>по вкусу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30568" y="1188720"/>
            <a:ext cx="1920240" cy="224028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22008" y="1280160"/>
            <a:ext cx="1737360" cy="211040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этапа приготовления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291840" cy="320040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207008"/>
            <a:ext cx="3072384" cy="2980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097280"/>
            <a:ext cx="4480560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51960" y="1280160"/>
            <a:ext cx="502920" cy="50292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7" name="Text 4"/>
          <p:cNvSpPr/>
          <p:nvPr/>
        </p:nvSpPr>
        <p:spPr>
          <a:xfrm>
            <a:off x="42519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9204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Пропитка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92040" y="1481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810"/>
                </a:solidFill>
              </a:rPr>
              <a:t>Заварить крепкий эспрессо, добавить сахар и алкоголь. Остудить до комнатной температуры.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2249424"/>
            <a:ext cx="4480560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51960" y="2432304"/>
            <a:ext cx="502920" cy="50292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2" name="Text 9"/>
          <p:cNvSpPr/>
          <p:nvPr/>
        </p:nvSpPr>
        <p:spPr>
          <a:xfrm>
            <a:off x="425196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89204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Крем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2633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810"/>
                </a:solidFill>
              </a:rPr>
              <a:t>Взбить желтки с сахаром, вмешать маскарпоне. Взбить белки в крепкую пену и аккуратно соединить.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401568"/>
            <a:ext cx="4480560" cy="987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3584448"/>
            <a:ext cx="502920" cy="50292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4"/>
          <p:cNvSpPr/>
          <p:nvPr/>
        </p:nvSpPr>
        <p:spPr>
          <a:xfrm>
            <a:off x="4251960" y="3584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89204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2723"/>
                </a:solidFill>
              </a:rPr>
              <a:t>Сборка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92040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C1810"/>
                </a:solidFill>
              </a:rPr>
              <a:t>Слой крема → савоярди (окунуть на 1–3 сек) → крем. Повторить 2–4 слоя. Убрать в холод на 4–24 часа.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секретов идеального тирамису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12801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Качественный маскарпоне — основа вкуса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87752" y="114300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8" name="Shape 6"/>
          <p:cNvSpPr/>
          <p:nvPr/>
        </p:nvSpPr>
        <p:spPr>
          <a:xfrm>
            <a:off x="3296412" y="12801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7"/>
          <p:cNvSpPr/>
          <p:nvPr/>
        </p:nvSpPr>
        <p:spPr>
          <a:xfrm>
            <a:off x="329641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24912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Только настоящий эспрессо, без растворимого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5524" y="12801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3" name="Text 11"/>
          <p:cNvSpPr/>
          <p:nvPr/>
        </p:nvSpPr>
        <p:spPr>
          <a:xfrm>
            <a:off x="533552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64024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Сахарная пудра вместо сахара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65976" y="114300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74636" y="12801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737463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18288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Быстро макать савоярди — 1–3 секунды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278892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05940" y="292608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18059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Никогда не добавлять желатин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36392" y="278892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5052" y="292608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384505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73552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Посыпать какао перед самой подачей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5504" y="2788920"/>
            <a:ext cx="1874520" cy="146304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28" name="Shape 26"/>
          <p:cNvSpPr/>
          <p:nvPr/>
        </p:nvSpPr>
        <p:spPr>
          <a:xfrm>
            <a:off x="5884164" y="292608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9" name="Text 27"/>
          <p:cNvSpPr/>
          <p:nvPr/>
        </p:nvSpPr>
        <p:spPr>
          <a:xfrm>
            <a:off x="588416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E2723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12664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F5E6D3"/>
                </a:solidFill>
              </a:rPr>
              <a:t>Дать настояться 4–24 часа в холоде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Алкоголь и вариации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749040" cy="3291840"/>
          </a:xfrm>
          <a:prstGeom prst="rect">
            <a:avLst/>
          </a:prstGeom>
          <a:solidFill>
            <a:srgbClr val="EFDFC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</a:rPr>
              <a:t>Алкогольные добавки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6E63"/>
                </a:solidFill>
              </a:rPr>
              <a:t>Классический выбор для аромата: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Марсала — классика, вино из Сицилии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Амаретто — миндальный ликёр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Ром — тёплый карамельный аромат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Калуа / Tia Maria — кофейные ликёры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Бренди — для глубокого послевкусия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749040" cy="3291840"/>
          </a:xfrm>
          <a:prstGeom prst="rect">
            <a:avLst/>
          </a:prstGeom>
          <a:solidFill>
            <a:srgbClr val="EBD9C2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14300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</a:rPr>
              <a:t>Популярные вариации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737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D6E63"/>
                </a:solidFill>
              </a:rPr>
              <a:t>Отступления от классики: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057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Со сливками — более лёгкая текстура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Без яиц — безопасно для всех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Без алкоголя — для детей и водителей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Фруктовые — с ягодами и фруктами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1810"/>
                </a:solidFill>
              </a:rPr>
              <a:t>Фисташковая — с фисташковым кремом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1097280" cy="51435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Buon appetito!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2860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аппетита!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E6D3"/>
                </a:solidFill>
              </a:rPr>
              <a:t>Готовьте с любовью — и ваш тирамису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5E6D3"/>
                </a:solidFill>
              </a:rPr>
              <a:t>станет самым вкусным.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6E63"/>
                </a:solidFill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361</Words>
  <Application>Microsoft Macintosh PowerPoint</Application>
  <PresentationFormat>Экран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Рецепт самого вкусного тирамису</dc:title>
  <dc:subject>PptxGenJS Presentation</dc:subject>
  <dc:creator>Рецепт самого вкусного тирамису</dc:creator>
  <cp:lastModifiedBy>m13259</cp:lastModifiedBy>
  <cp:revision>2</cp:revision>
  <dcterms:created xsi:type="dcterms:W3CDTF">2026-07-03T06:55:55Z</dcterms:created>
  <dcterms:modified xsi:type="dcterms:W3CDTF">2026-07-03T08:45:13Z</dcterms:modified>
</cp:coreProperties>
</file>