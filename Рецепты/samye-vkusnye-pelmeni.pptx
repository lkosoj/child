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1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55000"/>
          </a:blip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4846320" cy="5143500"/>
          </a:xfrm>
          <a:prstGeom prst="rect">
            <a:avLst/>
          </a:prstGeom>
          <a:solidFill>
            <a:srgbClr val="2B1810">
              <a:alpha val="70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502920" y="548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РЕЦЕПТ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02920" y="1280160"/>
            <a:ext cx="4206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FAF5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Самые вкусные</a:t>
            </a:r>
            <a:endParaRPr lang="en-US" sz="4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FAF5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пельмени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502920" y="297180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F0E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Рецепт идеального домашнего блюда —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F0E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тонкое тесто, сочная начинка, правильная варка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02920" y="46177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C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материалам KitchenMag · GastroSenses · ChainBaker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5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Анатомия идеального пельменя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914400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C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Четыре принципа, на которых держится вкус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379476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463040"/>
            <a:ext cx="73152" cy="137160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60020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85800" y="192024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Тонкое эластичное тесто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2240280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Раскатывается до 1–2 мм, не рвётся при варке и удерживает сок внутри.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663440" y="1463040"/>
            <a:ext cx="379476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1463040"/>
            <a:ext cx="73152" cy="137160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11" name="Text 9"/>
          <p:cNvSpPr/>
          <p:nvPr/>
        </p:nvSpPr>
        <p:spPr>
          <a:xfrm>
            <a:off x="4846320" y="160020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846320" y="192024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Сочная мясная начинка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46320" y="2240280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Говядина и свинина 50/50 с ледяной водой вымешиваются до желеобразной массы.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2920" y="3063240"/>
            <a:ext cx="379476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02920" y="3063240"/>
            <a:ext cx="73152" cy="137160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320040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85800" y="352044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Герметичный шов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85800" y="3840480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Края плотно защипываются, воздух выдавливается — пельмени не расклеиваются.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663440" y="3063240"/>
            <a:ext cx="379476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63440" y="3063240"/>
            <a:ext cx="73152" cy="137160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21" name="Text 19"/>
          <p:cNvSpPr/>
          <p:nvPr/>
        </p:nvSpPr>
        <p:spPr>
          <a:xfrm>
            <a:off x="4846320" y="320040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4846320" y="352044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Правильная варка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846320" y="3840480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Большой объём кипящей воды, лавровый лист, 5–8 минут после всплытия.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5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Ингредиенты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91440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C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Пропорции на 500 г муки — примерно 80–100 пельменей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379476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5544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ТЕСТО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1965960"/>
            <a:ext cx="32918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Мука пшеничная — 500 г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Горячая вода (кипяток) — 250 мл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Яйцо — 1 шт.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Соль — 1 ч. л.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Растительное масло — 2 ст. л.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Уксус 9% — 1 ст. л. (секрет)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846320" y="1371600"/>
            <a:ext cx="379476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74920" y="15544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НАЧИНКА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74920" y="1965960"/>
            <a:ext cx="32918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Говядина — 250 г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Свинина (грудинка) — 250 г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Лук репчатый — 2 шт.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Ледяная вода — 100–150 мл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Соль, чёрный перец — по вкусу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Сахар — 0,5 ч. л. (секрет)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5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846320" y="0"/>
            <a:ext cx="429768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36576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Заварное тесто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502920" y="9144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C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Секрет эластичности и тонкости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502920" y="1417320"/>
            <a:ext cx="40233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Заварите муку кипятком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Крутой кипяток (250 мл) частично заваривает муку — тесто становится мягким, пластичным и не липнет к рукам.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Добавьте яйцо, соль и масло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Растительное масло придаёт эластичность, уксус — гладкость. Замешивайте в одном направлении.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Дайте тесту отдохнуть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Накройте плёнкой и оставьте на 30–40 минут. Клейковина набухнет — тесто обретёт максимальную прочность.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5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429768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754880" y="36576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Сочная начинка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4754880" y="9144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C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 хитрости сочного фарша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4754880" y="1417320"/>
            <a:ext cx="39319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Ледяная жидкость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Влейте в фарш 100–150 мл ледяной воды или бульона — белок впитает и удержит влагу.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Вымешивание в одном направлении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Перемешивайте фарш строго в одну сторону до вязкой, желеобразной консистенции.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Щепотка сахара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Полчайной ложки сахара усиливает вкус мяса и помогает удержать сок изнутри.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5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Лепка и варка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91440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C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 заготовки до готового блюда — четыре шага</a:t>
            </a:r>
            <a:endParaRPr lang="en-US" sz="13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852160" y="1371600"/>
            <a:ext cx="2834640" cy="23774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02920" y="1417320"/>
            <a:ext cx="365760" cy="36576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6" name="Text 3"/>
          <p:cNvSpPr/>
          <p:nvPr/>
        </p:nvSpPr>
        <p:spPr>
          <a:xfrm>
            <a:off x="502920" y="1417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AF5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005840" y="138988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Раскатайте тесто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005840" y="1664208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Тонкий пласт 1–2 мм. Вырежьте кружки Ø 6–7 см — толще в центре, тоньше по краям.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02920" y="2194560"/>
            <a:ext cx="365760" cy="36576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0" name="Text 7"/>
          <p:cNvSpPr/>
          <p:nvPr/>
        </p:nvSpPr>
        <p:spPr>
          <a:xfrm>
            <a:off x="502920" y="2194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AF5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005840" y="216712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Наполните и слепите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005840" y="2441448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Соотношение теста и начинки 4:6. Плотно защипните края, выдавив воздух.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02920" y="2971800"/>
            <a:ext cx="365760" cy="36576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4" name="Text 11"/>
          <p:cNvSpPr/>
          <p:nvPr/>
        </p:nvSpPr>
        <p:spPr>
          <a:xfrm>
            <a:off x="502920" y="2971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AF5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1005840" y="294436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Отварите в кипятке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005840" y="3218688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Большой объём подсоленной воды, лавровый лист, перец горошком. Перемешайте.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502920" y="3749040"/>
            <a:ext cx="365760" cy="36576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8" name="Text 15"/>
          <p:cNvSpPr/>
          <p:nvPr/>
        </p:nvSpPr>
        <p:spPr>
          <a:xfrm>
            <a:off x="502920" y="3749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AF5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1005840" y="372160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5–8 минут после всплытия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1005840" y="3995928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Готовые пельмени всплывают. Доварите ещё 5 минут — и подавайте.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B1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50000"/>
          </a:blip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rgbClr val="2B1810">
              <a:alpha val="70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4846320" y="548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ПОДАЧА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4846320" y="1097280"/>
            <a:ext cx="3931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FAF5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Приятного</a:t>
            </a:r>
            <a:endParaRPr lang="en-US" sz="3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FAF5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аппетита!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4846320" y="2606040"/>
            <a:ext cx="3931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0E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Сметана и свежий укроп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0E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Кусочек сливочного масла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0E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Горчица или уксус — по вкусу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0E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Горячий бульон для ценителей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846320" y="420624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C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Самые вкусные пельмени — те, что слеплены своими руками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Самые вкусные пельмени</dc:title>
  <dc:subject>PptxGenJS Presentation</dc:subject>
  <dc:creator>Кулинарная мастерская</dc:creator>
  <cp:lastModifiedBy>Кулинарная мастерская</cp:lastModifiedBy>
  <cp:revision>1</cp:revision>
  <dcterms:created xsi:type="dcterms:W3CDTF">2026-07-05T15:29:18Z</dcterms:created>
  <dcterms:modified xsi:type="dcterms:W3CDTF">2026-07-05T15:29:18Z</dcterms:modified>
</cp:coreProperties>
</file>