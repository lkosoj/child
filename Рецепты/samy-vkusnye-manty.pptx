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526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1810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КУЛИНАРНЫЙ РЕЦЕПТ • СРЕДНЯЯ АЗИЯ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Самые вкусные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манты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30352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рецепт от теста до подачи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 идеальных мант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принципа, на которых держится настоящий вкус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399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Эластичное тесто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733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Тонкая раскатка 2–3 мм. Тесто должно быть тугим, но податливым и удерживать сок.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Мясо и лук 1:1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рубка кубиками. Ровно столько же лука, сколько мяса — это основа сочности.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Зира и кориандр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278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Дуэт специй задаёт узнаваемый среднеазиатский аромат. Не перебивать, а подчёркивать.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на пару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05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 минут в мантоварке. Никакого кипятка — только пар сохраняет форму и сок.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1188720"/>
            <a:ext cx="3566160" cy="32004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Тесто: основа основ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ВАРИАНТ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Пресное тесто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23518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 — 375 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 — до 250 мл с яйцом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Яйцо — 1 шт.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1 ч. л.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Масло растительное — 1 ст. л.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2152" y="118872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ВАРИАНТ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6052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Заварное тесто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58184" y="2103120"/>
            <a:ext cx="2487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Мука — 400 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Кипяток — 200 мл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— 1 ч. л.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Масло сливочное — 50 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Яйцо — 1 шт. (по желанию)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6675120" cy="640080"/>
          </a:xfrm>
          <a:prstGeom prst="roundRect">
            <a:avLst>
              <a:gd name="adj" fmla="val 8571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233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Отдых теста 20–60 минут под плёнкой активирует клейковину — тесто становится шелковистым и не рвётся.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01384" y="1188720"/>
            <a:ext cx="2276856" cy="260604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Сочная начинка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правило: мясо режут вручную, а лука должно быть столько же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46304" cy="146304"/>
          </a:xfrm>
          <a:prstGeom prst="ellipse">
            <a:avLst/>
          </a:prstGeom>
          <a:solidFill>
            <a:srgbClr val="8B2F1D"/>
          </a:solidFill>
          <a:ln w="12700">
            <a:solidFill>
              <a:srgbClr val="8B2F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99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Говядина или баранина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г, рубленая кубиками 5 мм. Можно через крупную решётку мясорубки (8 мм).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146304" cy="146304"/>
          </a:xfrm>
          <a:prstGeom prst="ellipse">
            <a:avLst/>
          </a:prstGeom>
          <a:solidFill>
            <a:srgbClr val="8B2F1D"/>
          </a:solidFill>
          <a:ln w="12700">
            <a:solidFill>
              <a:srgbClr val="8B2F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Репчатый лук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г — столько же, сколько мяса. Мелкий кубик, не тёрка.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146304" cy="146304"/>
          </a:xfrm>
          <a:prstGeom prst="ellipse">
            <a:avLst/>
          </a:prstGeom>
          <a:solidFill>
            <a:srgbClr val="8B2F1D"/>
          </a:solidFill>
          <a:ln w="12700">
            <a:solidFill>
              <a:srgbClr val="8B2F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Курдючный жир или сливочное масло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172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г. Даёт ту самую сочность и тягучий сок внутри.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146304" cy="146304"/>
          </a:xfrm>
          <a:prstGeom prst="ellipse">
            <a:avLst/>
          </a:prstGeom>
          <a:solidFill>
            <a:srgbClr val="8B2F1D"/>
          </a:solidFill>
          <a:ln w="12700">
            <a:solidFill>
              <a:srgbClr val="8B2F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Картофель или тыква (по желанию)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9227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100–150 г, кубиками. Впитывают излишки сока, добавляют мягкость.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1188720"/>
            <a:ext cx="3566160" cy="320040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Специи и аромат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Лаконичный набор подчёркивает мясо, а не перебивает его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173736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База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и чёрный перец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338328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Обязательная пара во всех рецептах. Перец свежемолотый.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737360"/>
            <a:ext cx="640080" cy="640080"/>
          </a:xfrm>
          <a:prstGeom prst="ellipse">
            <a:avLst/>
          </a:prstGeom>
          <a:solidFill>
            <a:srgbClr val="8B2F1D"/>
          </a:solidFill>
          <a:ln w="12700">
            <a:solidFill>
              <a:srgbClr val="8B2F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8B2F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Азиатский профиль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Зира (кумин)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70632" y="338328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Растереть в ступке. Главный аромат узбекских мант.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72100" y="1737360"/>
            <a:ext cx="640080" cy="64008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21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060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Азиатский профиль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Кориандр молотый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38328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Сочетается с зирой, добавляет тёплую ноту.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5220" y="173736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52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🌶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03720" y="2514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Региональные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2788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Паприка и сумах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76872" y="338328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Паприка — в начинку, сумах и мяту — при подаче.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лепить манты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Раскатать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 2–3 мм. Нарезать квадраты 10×10 см или вырезать круги Ø10 см.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2286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78892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Начинить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 каждого квадрата — столовую ложку начинки с горкой.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286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800600" y="137160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Сложить конвертом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Соединить противоположные углы попарно, защипнув крест-накрест.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286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1828800" cy="2331720"/>
          </a:xfrm>
          <a:prstGeom prst="roundRect">
            <a:avLst>
              <a:gd name="adj" fmla="val 4000"/>
            </a:avLst>
          </a:prstGeom>
          <a:solidFill>
            <a:srgbClr val="F2EBD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0866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B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Скрепить ушки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Образовавшиеся ушки скрепить попарно между собой — получится узелок.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319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2B1810"/>
          </a:solidFill>
          <a:ln w="12700">
            <a:solidFill>
              <a:srgbClr val="2B18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Герметично закрывать не обязательно — небольшие отверстия допустимы. Главное — плотный шов, чтобы сок остался внутри.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мантоварке: пар и тайминг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2471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515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Касканы обильно смазать маслом. Манты выкладывать донышком в масло, с зазором 1–2 см.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837944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647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Закипание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39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Ярусы ставить только над уже кипящей водой. Закрыть крышкой.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51176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78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5 минут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523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 огонь — быстро заполнить пространство паром.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6440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91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Доваривание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4655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Убавить до среднего огня. Готовить 35–45 минут (замороженные +5 мин).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044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Извлечение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1788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после выключения! Иначе конденсат размягчит дно и сок вытечет.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1097280"/>
            <a:ext cx="3383280" cy="2148840"/>
          </a:xfrm>
          <a:prstGeom prst="ellipse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394960" y="33375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34290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35–45 минут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пару для свежих мант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1810">
              <a:alpha val="5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Подаём к столу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02920" y="2020824"/>
            <a:ext cx="128016" cy="12801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947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Горячими, сразу из мантоварки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478024"/>
            <a:ext cx="128016" cy="12801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404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Сбрызнуть растопленным сливочным маслом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935224"/>
            <a:ext cx="128016" cy="12801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62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Сметана или чесночный соус рядом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392424"/>
            <a:ext cx="128016" cy="12801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319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Посыпать зеленью, сумахом или перцем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545</Words>
  <Application>Microsoft Macintosh PowerPoint</Application>
  <PresentationFormat>Экран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Самые вкусные манты</dc:title>
  <dc:subject>PptxGenJS Presentation</dc:subject>
  <dc:creator>Кулинарная мастерская</dc:creator>
  <cp:lastModifiedBy>m13259</cp:lastModifiedBy>
  <cp:revision>2</cp:revision>
  <dcterms:created xsi:type="dcterms:W3CDTF">2026-07-05T15:57:04Z</dcterms:created>
  <dcterms:modified xsi:type="dcterms:W3CDTF">2026-07-05T16:02:33Z</dcterms:modified>
</cp:coreProperties>
</file>