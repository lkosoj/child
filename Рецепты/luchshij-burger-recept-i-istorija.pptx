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Вступительное слово: эта колода проводит читателя от происхождения бургера в Гамбурге до пошагового рецепта идеального домашнего бургера. Акцент — на простых, проверенных техниках и понимании исторического контекста. Используйте как кулинарный гид и краткий исторический очерк.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Ключевые факты для рассказа: 1) Hamburg steak подавали ещё в XVIII–XIX веках, но как отдельное блюдо, а не сэндвич. 2) Слово «hamburger» как название бутерброда зафиксировано в американской прессе в 1900 году. 3) Иммигрантская кухня: дешёвая, сытная, быстрая еда рабочего класса. Совет: упомяните, что бургер — детище миграции и урбанизации, а не изобретение одной компании.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Аудитории важно показать, что «золотой век» — это индустриализация, а не изобретение блюда. Упор на стандартизацию: форма котлеты, булка, время обжарки, цена. Big Mac появился случайно: повар сети в Питтсбурге собрал двухкотлетный сэндвич для постоянного клиента-астронома, которому не хватало сытости.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Идея слайда: показать, что бургер давно перестал быть «американским». Упомяните ренессанс 2010-х: Shake Shack, Five Guys, в России — «Бар Строгий», «Стейкхаус», Black Star Burger. Крафтовая волна вернула акцент на качестве мяса и простых сочетаниях.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Переходный слайд: пауза, смена ритма. Кратко объясните, что рецепт — это не магия, а дисциплина: правильное мясо, температура, отдых. Не обещайте «лучший бургер в мире» — обещайте честный домашний бургер с понятной логикой.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принцип: 5–6 ингредиентов, у каждого — своя роль. Мясо — главное, поэтому соотношение жира 20% критично для сочности. Бриошь: смазать сливочным маслом и подсушить срезом вниз на сухой сковороде 30–40 секунд. Совет: не используйте кетчуп-майонезные смеси со сложным составом — лучше три простых соуса в равных частях.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ямка в центре: при нагреве белки стягиваются, и котлета без ямки превращается в шар. Температура мяса — ключ: холодное мясо на раскалённую сковороду даёт ту самую корочку. Совет: не используйте размороженный фарш — он теряет структуру. Если мясо жирное, добавлять яйцо и хлеб не нужно — это лишние ингредиенты.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 правило: не двигать котлету лишний раз. Перевернул — и дал дожариться. Крышка в конце — это паровая камера для сыра, не для самой котлеты (она уже готова). Если любите среднюю прожарку, снимайте котлету на 71°C; полная прожарка — 76°C, но сочность уходит. Совет: дайте котлете отдохнуть 1–2 минуты на доске, не на тарелке — иначе сок вытечет.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Порядок слоёв — не случайность: соус на обеих половинках создаёт барьер от влаги, поэтому булка не раскисает. Салат и томат — ближе к низу, чтобы котлете было куда отдавать жар. Огурец и лук — наверху, чтобы не давили котлету. Не пытайтесь резать бургер сразу: дайте ему минуту собраться, иначе развалится.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правила — это не магия, а дисциплина. Упор на «отдых»: даже шеф-повара в ресторанах дают стейкам отдохнуть, а на бургере многие спешат. Совет: не подавайте бургер на холодной тарелке — подогрейте её в духовке за минуту до подачи.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Закрывающий слайд: закрепите три ключевые мысли — исторический путь бургера, простоту рецепта и важность момента подачи. Призыв к действию: попросите читателя собрать собственный бургер сегодня и сфотографировать результат — это закрепляет материал.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01-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B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2926080"/>
            <a:ext cx="9144000" cy="2194560"/>
          </a:xfrm>
          <a:prstGeom prst="rect">
            <a:avLst/>
          </a:prstGeom>
          <a:solidFill>
            <a:srgbClr val="0A0A0B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3200400"/>
            <a:ext cx="54864" cy="1280160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3218688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КУЛИНАРНАЯ КЛАССИКА XX–XXI ВЕКОВ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3232" y="34290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1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Лучший бургер: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13232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i="1" dirty="0">
                <a:solidFill>
                  <a:srgbClr val="D8D1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рецепт и история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13232" y="4434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гамбургской котлеты XIX века до вашей сковороды сегодня.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13232" y="484632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40" kern="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ИЗДАНИЕ / ОБЗОР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863840" y="4846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ИСТОРИЯ /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Происхождение: из Гамбурга в Новый Свет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548640" cy="36576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Hamburg — немецкий порт, откуда блюдо взяло имя; «Hamburg steak» — рубленая котлета, популярная у моряков.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Середина XIX века: волна немецких иммигрантов привозит рецепт в США, особенно в районы Среднего Запада и Нью-Йорка.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1885: «Hamburg Steak» появляется в меню нью-йоркских ресторанов как дешёвая уличная еда.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1895: в Чикаго котлету начинают подавать между двумя ломтиками хлеба — рождается сэндвич.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1900: газета The New-York Tribune впервые использует слово «hamburger» для обозначения бутерброда с котлетой.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92040" y="1188720"/>
            <a:ext cx="36118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  <a:prstDash val="solid"/>
          </a:ln>
        </p:spPr>
      </p:sp>
      <p:pic>
        <p:nvPicPr>
          <p:cNvPr id="7" name="Image 0" descr="images/02-ori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25880"/>
            <a:ext cx="3337560" cy="2926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42976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Котлета между хлебом, ок. 1900 г.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История бургера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114800" y="48463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ПРОИСХОЖДЕНИЕ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863840" y="4846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ИСТОРИЯ /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Золотой век: эра дайнеров и франшиз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548640" cy="36576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Walter Anderson открывает в Канзасе первый «White Castle» — сеть с гамбургером в белой булке по 5 центов.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1948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Братья Ричард и Морис Макдональд стандартизируют «Speedee Service System» — рождение современного фастфуда.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Джеймс Макламор и Дэвид Эджертон открывают первый Burger King в Майами.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1961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Рэй Крок покупает франшизу McDonald's и превращает сеть в глобальный бренд.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1967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Джим Делгатти придумывает Big Mac для сети McDonald's — икону XX века.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1188720"/>
            <a:ext cx="36118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  <a:prstDash val="solid"/>
          </a:ln>
        </p:spPr>
      </p:sp>
      <p:pic>
        <p:nvPicPr>
          <p:cNvPr id="16" name="Image 0" descr="images/03-golden-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25880"/>
            <a:ext cx="3337560" cy="29260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29200" y="42976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Американский дайнер, 1950-е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История бургера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114800" y="48463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ЗОЛОТОЙ ВЕК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7863840" y="4846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ИСТОРИЯ /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Глобальный феномен и крафтовый ренессанс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548640" cy="36576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Япония: рисовая булка (MOS Burger) и вафельная булка; соус тонкацу вместо кетчупа.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Корея: кимчи, свиная грудинка, соус кочуджан; обязательно — хрустящая капуста.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Индия: панир вместо говядины, чатни, красный лук, смесь специй гарам масала.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Европа 2010-х: гастро-пабы и крафтовые бургерные возвращают «честное мясо» — одна котлета, хороший сыр, без лишних соусов.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бургер — универсальная платформа: от стритфуда до меню мишленовских ресторанов.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92040" y="1188720"/>
            <a:ext cx="36118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  <a:prstDash val="solid"/>
          </a:ln>
        </p:spPr>
      </p:sp>
      <p:pic>
        <p:nvPicPr>
          <p:cNvPr id="7" name="Image 0" descr="images/04-glob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25880"/>
            <a:ext cx="3337560" cy="2926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0" y="429768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Локальные версии по всему миру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История бургера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114800" y="48463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ГЛОБАЛЬНЫЙ ФЕНОМЕН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863840" y="4846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371600"/>
            <a:ext cx="54864" cy="2377440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14173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13232" y="1691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8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3232" y="21945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1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Рецепт идеального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13232" y="28346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i="1" dirty="0">
                <a:solidFill>
                  <a:srgbClr val="D8D1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бургера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13232" y="35204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выбора мяса до сборки: пять шагов, которые меняют всё.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КУЛИНАРНАЯ ЧАСТЬ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800" y="48463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РАЗДЕЛ 02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863840" y="4846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РЕЦЕПТ /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Ингредиенты: меньше — лучше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548640" cy="36576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280160"/>
            <a:ext cx="41148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  <a:prstDash val="solid"/>
          </a:ln>
        </p:spPr>
      </p:sp>
      <p:pic>
        <p:nvPicPr>
          <p:cNvPr id="6" name="Image 0" descr="images/05-ingredi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417320"/>
            <a:ext cx="3840480" cy="288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31596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Фотоподборка на мраморной доске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846320" y="1325880"/>
            <a:ext cx="36576" cy="594360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83480" y="13075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Говядина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8348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80/20, свежий фарш из лопатки и грудинки, не перемалывать дважды.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846320" y="2103120"/>
            <a:ext cx="36576" cy="594360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2084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Булка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83480" y="2377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Бриошь, слегка подсушенная на сковороде: даёт хруст и не раскисает.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846320" y="2880360"/>
            <a:ext cx="36576" cy="594360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83480" y="2862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Сыр и бекон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98348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Чеддер или гауда; бекон обжарить до хруста.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846320" y="3657600"/>
            <a:ext cx="36576" cy="594360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36393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Овощи и соус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983480" y="3931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Листья салата, томат, красный лук, маринованный огурец; соус — майонез + кетчуп + дижонская горчица.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Рецепт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114800" y="48463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ИНГРЕДИЕНТЫ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7863840" y="4846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РЕЦЕПТ /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Фарш и формирование котлеты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548640" cy="36576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D8D1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28800" y="128016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Охлаждённое мясо (около 4°C) разделите на порции по 150–180 г — не больше ладони.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перемешивайте фарш: чем меньше работаете с мясом, тем нежнее котлета.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Сформируйте шайбу толщиной 1,5–2 см, диаметр чуть больше булки: при жарке она уменьшится.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Сделайте пальцем ямку в центре глубиной 1 см — котлета не вздуется при обжарке.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 и перец — только снаружи, непосредственно перед жаркой. Раньше солить нельзя: вытянет сок.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188720"/>
            <a:ext cx="36118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  <a:prstDash val="solid"/>
          </a:ln>
        </p:spPr>
      </p:sp>
      <p:pic>
        <p:nvPicPr>
          <p:cNvPr id="9" name="Image 0" descr="images/05-ingredie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25880"/>
            <a:ext cx="3337560" cy="2926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Рецепт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14800" y="48463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02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863840" y="4846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РЕЦЕПТ /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Обжарка и плавление сыра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548640" cy="36576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D8D1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28800" y="128016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Сковорода — чугунная или толстостенная. Разогреть на сильном огне до лёгкого дыма.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Сковороду ничем не смазывать: жир из котлеты сам даст плёнку. Можно капнуть немного нейтрального масла.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Жарить 3 минуты без крышки — до плотной тёмно-коричневой корочки.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Перевернуть один раз. Вторую сторону — ещё 2 минуты, в последние 30 секунд положить ломтик чеддера и накрыть крышкой, чтобы сыр поплыл паром.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— внутренняя температура 71°C для средней прожарки, 76°C — для полной.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188720"/>
            <a:ext cx="36118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  <a:prstDash val="solid"/>
          </a:ln>
        </p:spPr>
      </p:sp>
      <p:pic>
        <p:nvPicPr>
          <p:cNvPr id="9" name="Image 0" descr="images/06-hero-burg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25880"/>
            <a:ext cx="3337560" cy="2926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Рецепт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14800" y="48463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03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863840" y="4846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РЕЦЕПТ /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Сборка: порядок решает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548640" cy="36576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D8D1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28800" y="1280160"/>
            <a:ext cx="274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Подсушите обе половинки бриоши срезом вниз на сухой сковороде 30–40 секунд — до золотистой корочки.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Сразу намажьте обе половинки тонким слоем соуса (майонез + кетчуп + дижонская горчица).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Нижняя половина: лист салата → ломтик томата → красный лук кольцами → котлета с сыром → бекон → маринованный огурец.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Верхняя половина: положите аккуратно, чуть придавив. Не протыкайте шпажкой — сок вытечет.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Подавать сразу, пока булка хрустит, а сыр тянется.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92040" y="1188720"/>
            <a:ext cx="361188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  <a:prstDash val="solid"/>
          </a:ln>
        </p:spPr>
      </p:sp>
      <p:pic>
        <p:nvPicPr>
          <p:cNvPr id="9" name="Image 0" descr="images/06-hero-burg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25880"/>
            <a:ext cx="3337560" cy="2926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Рецепт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14800" y="48463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 04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863840" y="4846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F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РЕЦЕПТ /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Секреты, которые меняют всё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548640" cy="36576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0" b="1" dirty="0">
                <a:solidFill>
                  <a:srgbClr val="A23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ключевых правила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83280" y="1371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353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Качество мяса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645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Свежая говядина 80/20, никакого замороженного фарша и яиц в составе.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22402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221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Отдых 1–2 минуты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2514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Снять котлету со сковороды и подождать. Сок распределится внутри, а не вытечет на тарелку.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3108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3090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Подавать горячим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3383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бургер за 30 секунд до подачи: булка хрустит, сыр тянется, томат прохладный.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7955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1C4"/>
            </a:solidFill>
            <a:prstDash val="solid"/>
          </a:ln>
        </p:spPr>
      </p:sp>
      <p:pic>
        <p:nvPicPr>
          <p:cNvPr id="17" name="Image 0" descr="images/06-hero-burg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4069080"/>
            <a:ext cx="777240" cy="5029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63040" y="40690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0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Подавайте сразу. Хрустящая булка + тянущийся сыр + сочная котлета = лучший бургер.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Рецепт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114800" y="48463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СЕКРЕТЫ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7863840" y="4846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3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01-cov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B"/>
          </a:solidFill>
          <a:ln w="9525">
            <a:solidFill>
              <a:srgbClr val="0A0A0B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02920" y="1188720"/>
            <a:ext cx="54864" cy="1371600"/>
          </a:xfrm>
          <a:prstGeom prst="rect">
            <a:avLst/>
          </a:prstGeom>
          <a:solidFill>
            <a:srgbClr val="A23E2A"/>
          </a:solidFill>
          <a:ln w="9525">
            <a:solidFill>
              <a:srgbClr val="A23E2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20700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60" kern="0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ФИНАЛ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13232" y="1417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1EF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Приятного аппетита.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13232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D1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Попробуйте собрать свой лучший бургер сегодня вечером.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13232" y="29718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97280" y="295351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История: из Гамбурга — в глобальную кухню.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13232" y="335584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97280" y="33375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Рецепт: пять шагов, никаких компромиссов по мясу.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13232" y="37398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23E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97280" y="37216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Главное: подавать горячим и есть руками.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КОНЕЦ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114800" y="48463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ФИНАЛ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7863840" y="48463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82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Editorial 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Лучший бургер: рецепт и история</dc:title>
  <dc:subject>Лучший бургер: рецепт и история</dc:subject>
  <dc:creator>Editorial Kitchen</dc:creator>
  <cp:lastModifiedBy>Editorial Kitchen</cp:lastModifiedBy>
  <cp:revision>1</cp:revision>
  <dcterms:created xsi:type="dcterms:W3CDTF">2026-06-14T11:24:15Z</dcterms:created>
  <dcterms:modified xsi:type="dcterms:W3CDTF">2026-06-14T11:24:15Z</dcterms:modified>
</cp:coreProperties>
</file>