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B2A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3B2A26">
              <a:alpha val="55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731520" y="54864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ГРУЗИНСКАЯ КУХНЯ · ИДЕАЛЬНЫЙ РЕЦЕПТ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731520" y="146304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Хинкали</a:t>
            </a:r>
            <a:endParaRPr lang="en-US" sz="5400" dirty="0"/>
          </a:p>
        </p:txBody>
      </p:sp>
      <p:sp>
        <p:nvSpPr>
          <p:cNvPr id="6" name="Text 3"/>
          <p:cNvSpPr/>
          <p:nvPr/>
        </p:nvSpPr>
        <p:spPr>
          <a:xfrm>
            <a:off x="777240" y="2606040"/>
            <a:ext cx="685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Грузинские пельмени с бульоном внутри —</a:t>
            </a:r>
            <a:endParaRPr lang="en-US" sz="1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полный гид от теста до подачи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731520" y="4389120"/>
            <a:ext cx="109728" cy="109728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8" name="Shape 5"/>
          <p:cNvSpPr/>
          <p:nvPr/>
        </p:nvSpPr>
        <p:spPr>
          <a:xfrm>
            <a:off x="932688" y="4389120"/>
            <a:ext cx="109728" cy="109728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9" name="Shape 6"/>
          <p:cNvSpPr/>
          <p:nvPr/>
        </p:nvSpPr>
        <p:spPr>
          <a:xfrm>
            <a:off x="1133856" y="4389120"/>
            <a:ext cx="109728" cy="109728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10" name="Shape 7"/>
          <p:cNvSpPr/>
          <p:nvPr/>
        </p:nvSpPr>
        <p:spPr>
          <a:xfrm>
            <a:off x="1335024" y="4389120"/>
            <a:ext cx="109728" cy="109728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11" name="Shape 8"/>
          <p:cNvSpPr/>
          <p:nvPr/>
        </p:nvSpPr>
        <p:spPr>
          <a:xfrm>
            <a:off x="1536192" y="4389120"/>
            <a:ext cx="109728" cy="109728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12" name="Text 9"/>
          <p:cNvSpPr/>
          <p:nvPr/>
        </p:nvSpPr>
        <p:spPr>
          <a:xfrm>
            <a:off x="777240" y="45720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основе исследования 37 источников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B2A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Что такое хинкали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42062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«Камерный суп на один глоток»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5C4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Грузинское блюдо горного происхождения — крупные пельмени с рубленым мясом и пряным бульоном внутри.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5C4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Главное отличие от пельменей: бульон не выделяется при варке, а заранее вводится в фарш. Тесто должно выдержать кипение и не порваться.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3B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Три кулинарные школы: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5C4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Хевсурская — только рубленое мясо, соль, перец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5C4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Калакури (городская) — мясорубка, кинза, чеснок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5C4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Ресторанная — бульон + лёд + желатин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029200" y="1005840"/>
            <a:ext cx="356616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212080" y="1188720"/>
            <a:ext cx="3200400" cy="28346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046720" y="45720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7A6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005840"/>
            <a:ext cx="356616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31520" y="1188720"/>
            <a:ext cx="3200400" cy="2834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480560" y="365760"/>
            <a:ext cx="411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B2A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Тесто: физика глютена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4480560" y="1463040"/>
            <a:ext cx="41148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3B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Пропорции (на 1 кг муки):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5C4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Ледяная вода — 400–500 мл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5C4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Соль — 15 г (1 ст. л. без горки)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5C4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Мука с содержанием белка более 12%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3B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Два подхода к воде: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5C4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Ледяная — максимальная прочность на разрыв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5C4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Заварная (кипяток) — мягкость и эластичность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b="1" i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Отдых теста — минимум 40 минут под плёнкой для релаксации клейковины.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8046720" y="45720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7A6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B2A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Начинка: мясо и специи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42062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3B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Мясная база: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5C4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Говядина + жирная свинина или курдюк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5C4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Жир — 25–30% от массы мяса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5C4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Лук — примерно ⅓ от веса мяса (часть в пюре)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3B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Специи: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5C4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Дзира — грузинский горный тмин (обязательно)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5C4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Свежая кинза и чеснок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5C4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Чёрный перец крупного помола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b="1" i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Замариновать мясо со специями за 15–20 минут до добавления жидкости — соль активирует миозин, который свяжет воду.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029200" y="1005840"/>
            <a:ext cx="356616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212080" y="1188720"/>
            <a:ext cx="3200400" cy="28346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046720" y="45720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7A6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7E8D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731520"/>
            <a:ext cx="3840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10–15</a:t>
            </a:r>
            <a:endParaRPr lang="en-US" sz="8000" dirty="0"/>
          </a:p>
        </p:txBody>
      </p:sp>
      <p:sp>
        <p:nvSpPr>
          <p:cNvPr id="3" name="Text 1"/>
          <p:cNvSpPr/>
          <p:nvPr/>
        </p:nvSpPr>
        <p:spPr>
          <a:xfrm>
            <a:off x="640080" y="20116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B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граммов желатина на 1 кг фарша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4846320" y="73152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B2A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Секрет бульона внутри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846320" y="1783080"/>
            <a:ext cx="365760" cy="36576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6" name="Text 4"/>
          <p:cNvSpPr/>
          <p:nvPr/>
        </p:nvSpPr>
        <p:spPr>
          <a:xfrm>
            <a:off x="4846320" y="1783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349240" y="173736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Костный бульон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349240" y="2011680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4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Говяжий концентрированный бульон вместо воды — насыщенный вкус.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846320" y="2651760"/>
            <a:ext cx="365760" cy="36576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10" name="Text 8"/>
          <p:cNvSpPr/>
          <p:nvPr/>
        </p:nvSpPr>
        <p:spPr>
          <a:xfrm>
            <a:off x="4846320" y="26517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349240" y="26060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Колотый лёд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349240" y="2880360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4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≈10% от массы мяса. Предотвращает плавление жира при замесе.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846320" y="3520440"/>
            <a:ext cx="365760" cy="36576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14" name="Text 12"/>
          <p:cNvSpPr/>
          <p:nvPr/>
        </p:nvSpPr>
        <p:spPr>
          <a:xfrm>
            <a:off x="4846320" y="3520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349240" y="347472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Желатин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349240" y="3749040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4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10–15 г/кг. Гарантирует густой бульон, не вытекает при микроповреждениях.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3200400"/>
            <a:ext cx="3840480" cy="109728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329184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Фарш должен быть консистенции жидкого супа — ложка медленно падает в нём под собственным весом.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046720" y="45720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7A6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B2A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Лепка и варка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035040" y="1005840"/>
            <a:ext cx="256032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172200" y="1143000"/>
            <a:ext cx="2286000" cy="32004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097280"/>
            <a:ext cx="54864" cy="73152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6" name="Text 3"/>
          <p:cNvSpPr/>
          <p:nvPr/>
        </p:nvSpPr>
        <p:spPr>
          <a:xfrm>
            <a:off x="731520" y="107899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Раскатка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731520" y="1353312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4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Круг толщиной 2 мм, диаметр 12–15 см.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48640" y="1965960"/>
            <a:ext cx="54864" cy="73152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9" name="Text 6"/>
          <p:cNvSpPr/>
          <p:nvPr/>
        </p:nvSpPr>
        <p:spPr>
          <a:xfrm>
            <a:off x="731520" y="194767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Складки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731520" y="2221992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4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10–19 складок (до 36 у мастеров). Каждая плотно прижата.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48640" y="2834640"/>
            <a:ext cx="54864" cy="73152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12" name="Text 9"/>
          <p:cNvSpPr/>
          <p:nvPr/>
        </p:nvSpPr>
        <p:spPr>
          <a:xfrm>
            <a:off x="731520" y="281635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Хвостик «куди»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731520" y="3090672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4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Скрутить и защипнуть. Срезать лишнее. Абсолютная герметичность.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548640" y="3703320"/>
            <a:ext cx="54864" cy="73152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15" name="Text 12"/>
          <p:cNvSpPr/>
          <p:nvPr/>
        </p:nvSpPr>
        <p:spPr>
          <a:xfrm>
            <a:off x="731520" y="368503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Варка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731520" y="3959352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4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Широкая кастрюля, много солёной воды. Водоворот ложкой. По одному. 5–12 мин после всплытия. Не бурно кипятить.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8046720" y="45720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7A6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3B2A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3B2A26">
              <a:alpha val="60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731520" y="64008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Как правильно есть хинкали</a:t>
            </a:r>
            <a:endParaRPr lang="en-US" sz="3600" dirty="0"/>
          </a:p>
        </p:txBody>
      </p:sp>
      <p:sp>
        <p:nvSpPr>
          <p:cNvPr id="5" name="Shape 2"/>
          <p:cNvSpPr/>
          <p:nvPr/>
        </p:nvSpPr>
        <p:spPr>
          <a:xfrm>
            <a:off x="731520" y="1737360"/>
            <a:ext cx="274320" cy="27432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6" name="Text 3"/>
          <p:cNvSpPr/>
          <p:nvPr/>
        </p:nvSpPr>
        <p:spPr>
          <a:xfrm>
            <a:off x="731520" y="17373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1097280" y="171907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Взять руками за хвостик «куди»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731520" y="2377440"/>
            <a:ext cx="274320" cy="27432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9" name="Text 6"/>
          <p:cNvSpPr/>
          <p:nvPr/>
        </p:nvSpPr>
        <p:spPr>
          <a:xfrm>
            <a:off x="731520" y="23774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097280" y="235915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Перевернуть вверх дном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731520" y="3017520"/>
            <a:ext cx="274320" cy="27432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12" name="Text 9"/>
          <p:cNvSpPr/>
          <p:nvPr/>
        </p:nvSpPr>
        <p:spPr>
          <a:xfrm>
            <a:off x="731520" y="30175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1097280" y="299923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Надкусить сбоку тонкое тесто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4846320" y="1737360"/>
            <a:ext cx="274320" cy="27432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15" name="Text 12"/>
          <p:cNvSpPr/>
          <p:nvPr/>
        </p:nvSpPr>
        <p:spPr>
          <a:xfrm>
            <a:off x="4846320" y="17373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5212080" y="171907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Выпить горячий бульон через отверстие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4846320" y="2377440"/>
            <a:ext cx="274320" cy="27432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18" name="Text 15"/>
          <p:cNvSpPr/>
          <p:nvPr/>
        </p:nvSpPr>
        <p:spPr>
          <a:xfrm>
            <a:off x="4846320" y="23774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5212080" y="235915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Съесть тесто и начинку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4846320" y="3017520"/>
            <a:ext cx="274320" cy="27432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21" name="Text 18"/>
          <p:cNvSpPr/>
          <p:nvPr/>
        </p:nvSpPr>
        <p:spPr>
          <a:xfrm>
            <a:off x="4846320" y="30175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5212080" y="299923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Хвостик оставить на тарелке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i="1" dirty="0">
                <a:solidFill>
                  <a:srgbClr val="A7BEA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Свежемолотый чёрный перец — единственное дополнение. Без вилки и ножа.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4023360" y="4572000"/>
            <a:ext cx="109728" cy="109728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25" name="Shape 22"/>
          <p:cNvSpPr/>
          <p:nvPr/>
        </p:nvSpPr>
        <p:spPr>
          <a:xfrm>
            <a:off x="4224528" y="4572000"/>
            <a:ext cx="109728" cy="109728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26" name="Shape 23"/>
          <p:cNvSpPr/>
          <p:nvPr/>
        </p:nvSpPr>
        <p:spPr>
          <a:xfrm>
            <a:off x="4425696" y="4572000"/>
            <a:ext cx="109728" cy="109728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27" name="Shape 24"/>
          <p:cNvSpPr/>
          <p:nvPr/>
        </p:nvSpPr>
        <p:spPr>
          <a:xfrm>
            <a:off x="4626864" y="4572000"/>
            <a:ext cx="109728" cy="109728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28" name="Shape 25"/>
          <p:cNvSpPr/>
          <p:nvPr/>
        </p:nvSpPr>
        <p:spPr>
          <a:xfrm>
            <a:off x="4828032" y="4572000"/>
            <a:ext cx="109728" cy="109728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29" name="Text 26"/>
          <p:cNvSpPr/>
          <p:nvPr/>
        </p:nvSpPr>
        <p:spPr>
          <a:xfrm>
            <a:off x="731520" y="470916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7E8D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Приятного аппетита! · გაგვიმარჯოს!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Хинкали: Идеальный рецепт</dc:title>
  <dc:subject>PptxGenJS Presentation</dc:subject>
  <dc:creator>Кулинарная мастерская</dc:creator>
  <cp:lastModifiedBy>Кулинарная мастерская</cp:lastModifiedBy>
  <cp:revision>1</cp:revision>
  <dcterms:created xsi:type="dcterms:W3CDTF">2026-07-05T16:32:33Z</dcterms:created>
  <dcterms:modified xsi:type="dcterms:W3CDTF">2026-07-05T16:32:33Z</dcterms:modified>
</cp:coreProperties>
</file>