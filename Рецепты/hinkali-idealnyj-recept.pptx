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6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416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2A26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ГРУЗИНСКАЯ КУХНЯ · ИДЕАЛЬНЫЙ РЕЦЕПТ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Хинкали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777240" y="2606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Грузинские пельмени с бульоном внутри —</a:t>
            </a:r>
            <a:endParaRPr lang="en-US" sz="18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гид от теста до подачи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31520" y="438912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Shape 5"/>
          <p:cNvSpPr/>
          <p:nvPr/>
        </p:nvSpPr>
        <p:spPr>
          <a:xfrm>
            <a:off x="932688" y="438912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Shape 6"/>
          <p:cNvSpPr/>
          <p:nvPr/>
        </p:nvSpPr>
        <p:spPr>
          <a:xfrm>
            <a:off x="1133856" y="438912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Shape 7"/>
          <p:cNvSpPr/>
          <p:nvPr/>
        </p:nvSpPr>
        <p:spPr>
          <a:xfrm>
            <a:off x="1335024" y="438912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438912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4572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основе исследования 37 источников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такое хинкали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«Камерный суп на один глоток»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Грузинское блюдо горного происхождения — крупные пельмени с рубленым мясом и пряным бульоном внутри.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Главное отличие от пельменей: бульон не выделяется при варке, а заранее вводится в фарш. Тесто должно выдержать кипение и не порваться.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кулинарные школы: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Хевсурская — только рубленое мясо, соль, перец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Калакури (городская) — мясорубка, кинза, чеснок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Ресторанная — бульон + лёд + желатин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029200" y="100584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12080" y="1188720"/>
            <a:ext cx="32004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A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0584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1520" y="1188720"/>
            <a:ext cx="3200400" cy="2834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480560" y="3657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Тесто: физика глютена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480560" y="1463040"/>
            <a:ext cx="4114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Пропорции (на 1 кг муки):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Ледяная вода — 400–500 мл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Соль — 15 г (1 ст. л. без горки)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Мука с содержанием белка более 12%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подхода к воде: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Ледяная — максимальная прочность на разрыв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Заварная (кипяток) — мягкость и эластичность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Отдых теста — минимум 40 минут под плёнкой для релаксации клейковины.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04672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A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Начинка: мясо и специи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Мясная база: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Говядина + жирная свинина или курдюк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Жир — 25–30% от массы мяса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Лук — примерно ⅓ от веса мяса (часть в пюре)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Специи: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Дзира — грузинский горный тмин (обязательно)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Свежая кинза и чеснок</a:t>
            </a:r>
            <a:endParaRPr lang="en-US" sz="14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Чёрный перец крупного помола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Замариновать мясо со специями за 15–20 минут до добавления жидкости — соль активирует миозин, который свяжет воду.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0" y="1005840"/>
            <a:ext cx="356616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12080" y="1188720"/>
            <a:ext cx="32004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A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7E8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10–15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64008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граммов желатина на 1 кг фарша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846320" y="7315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B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Секрет бульона внутри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846320" y="1783080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4924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Костный бульон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49240" y="20116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Говяжий концентрированный бульон вместо воды — насыщенный вкус.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46320" y="2651760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349240" y="2606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Колотый лёд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49240" y="28803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≈10% от массы мяса. Предотвращает плавление жира при замесе.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46320" y="3520440"/>
            <a:ext cx="365760" cy="36576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4924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Желатин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49240" y="374904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10–15 г/кг. Гарантирует густой бульон, не вытекает при микроповреждениях.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200400"/>
            <a:ext cx="3840480" cy="10972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291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Фарш должен быть </a:t>
            </a:r>
            <a:r>
              <a:rPr lang="en-US" sz="1400" b="1" i="1" dirty="0" err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консистенции</a:t>
            </a: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ru-RU" sz="1400" b="1" i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густого</a:t>
            </a:r>
            <a:r>
              <a:rPr lang="en-US" sz="1400" b="1" i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14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супа — ложка медленно падает в нём под собственным весом.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04672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A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Лепка и варка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35040" y="1005840"/>
            <a:ext cx="256032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143000"/>
            <a:ext cx="228600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97280"/>
            <a:ext cx="54864" cy="731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078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Раскатка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135331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Круг толщиной 2 мм, диаметр 12–15 см.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1965960"/>
            <a:ext cx="54864" cy="731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47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Складки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222199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10–19 складок (до 36 у мастеров). Каждая плотно прижата.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54864" cy="731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28163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Хвостик «куди»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309067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Скрутить и защипнуть. Срезать лишнее. Абсолютная герметичность.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703320"/>
            <a:ext cx="54864" cy="73152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6850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Варка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31520" y="39593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46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Широкая кастрюля, много солёной воды. Водоворот ложкой. По одному. 5–12 мин после всплытия. Не бурно кипятить.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046720" y="45720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7A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B2A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B2A26">
              <a:alpha val="6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640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правильно есть хинкали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731520" y="1737360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9728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Взять руками за хвостик «куди»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97280" y="2359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Перевернуть вверх дном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1520" y="3017520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97280" y="2999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Надкусить сбоку тонкое тесто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5" name="Text 12"/>
          <p:cNvSpPr/>
          <p:nvPr/>
        </p:nvSpPr>
        <p:spPr>
          <a:xfrm>
            <a:off x="4846320" y="1737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212080" y="17190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Выпить горячий бульон через отверстие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46320" y="2377440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8" name="Text 15"/>
          <p:cNvSpPr/>
          <p:nvPr/>
        </p:nvSpPr>
        <p:spPr>
          <a:xfrm>
            <a:off x="484632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212080" y="2359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Съесть тесто и начинку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846320" y="3017520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8"/>
          <p:cNvSpPr/>
          <p:nvPr/>
        </p:nvSpPr>
        <p:spPr>
          <a:xfrm>
            <a:off x="4846320" y="3017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212080" y="29992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Хвостик оставить на тарелке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A7BEA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Свежемолотый чёрный перец — единственное дополнение. Без вилки и ножа.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023360" y="457200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5" name="Shape 22"/>
          <p:cNvSpPr/>
          <p:nvPr/>
        </p:nvSpPr>
        <p:spPr>
          <a:xfrm>
            <a:off x="4224528" y="457200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Shape 23"/>
          <p:cNvSpPr/>
          <p:nvPr/>
        </p:nvSpPr>
        <p:spPr>
          <a:xfrm>
            <a:off x="4425696" y="457200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7" name="Shape 24"/>
          <p:cNvSpPr/>
          <p:nvPr/>
        </p:nvSpPr>
        <p:spPr>
          <a:xfrm>
            <a:off x="4626864" y="457200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Shape 25"/>
          <p:cNvSpPr/>
          <p:nvPr/>
        </p:nvSpPr>
        <p:spPr>
          <a:xfrm>
            <a:off x="4828032" y="4572000"/>
            <a:ext cx="109728" cy="10972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7E8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Приятного аппетита! · გაგვიმარჯოს!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455</Words>
  <Application>Microsoft Macintosh PowerPoint</Application>
  <PresentationFormat>Экран (16:9)</PresentationFormat>
  <Paragraphs>88</Paragraphs>
  <Slides>7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Хинкали: Идеальный рецепт</dc:title>
  <dc:subject>PptxGenJS Presentation</dc:subject>
  <dc:creator>Кулинарная мастерская</dc:creator>
  <cp:lastModifiedBy>m13259</cp:lastModifiedBy>
  <cp:revision>2</cp:revision>
  <dcterms:created xsi:type="dcterms:W3CDTF">2026-07-05T16:32:33Z</dcterms:created>
  <dcterms:modified xsi:type="dcterms:W3CDTF">2026-07-06T07:41:13Z</dcterms:modified>
</cp:coreProperties>
</file>