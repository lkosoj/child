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435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1810">
              <a:alpha val="4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4630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варить рассыпчатый булгур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005840"/>
            <a:ext cx="393192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09728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Булгур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Растительное масло (для обжарки)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Свежий розмарин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Чеснок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Сливочное масло (небольшой кусочек)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Ингредиенты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1: Ароматная основа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411480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46320" y="109728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Разогрейте кастрюлю с растительным маслом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розмарин, обжаривайте 1 минуту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Удалите розмарин и чеснок — они отдали аромат маслу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2: Обжарка булгура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Всыпьте булгур в ароматное масло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Обжаривайте аккуратно, помешивая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Готов, когда зёрна станут прозрачными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005840"/>
            <a:ext cx="393192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3: Варка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411480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46320" y="109728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Залейте водой на ~1 см (на «кусочек пальца»)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 сверху кусочек сливочного масла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Доведите до кипения, уменьшите огонь до минимума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Накройте крышкой, томите 15–20 минут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секреты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931920" cy="1645920"/>
          </a:xfrm>
          <a:prstGeom prst="rect">
            <a:avLst/>
          </a:prstGeom>
          <a:solidFill>
            <a:srgbClr val="F5EDE4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Обжарка до прозрачности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рассыпчатости — не пропускайте этот шаг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051560"/>
            <a:ext cx="3931920" cy="1645920"/>
          </a:xfrm>
          <a:prstGeom prst="rect">
            <a:avLst/>
          </a:prstGeom>
          <a:solidFill>
            <a:srgbClr val="F5EDE4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огонь + крышка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1645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Булгур томится, а не варится в воде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3931920" cy="1645920"/>
          </a:xfrm>
          <a:prstGeom prst="rect">
            <a:avLst/>
          </a:prstGeom>
          <a:solidFill>
            <a:srgbClr val="F5EDE4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минут отдыха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Влага равномерно распределяется, зерна фиксируются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971800"/>
            <a:ext cx="3931920" cy="1645920"/>
          </a:xfrm>
          <a:prstGeom prst="rect">
            <a:avLst/>
          </a:prstGeom>
          <a:solidFill>
            <a:srgbClr val="F5EDE4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Сливочное масло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Добавляет насыщенность и блеск готовому блюду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181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0972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Результат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920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Рассыпчатый</a:t>
            </a:r>
            <a:r>
              <a:rPr lang="en-US" sz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булгур</a:t>
            </a:r>
            <a:r>
              <a:rPr lang="ru-RU" sz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без комочков, с ароматом розмарина и чеснока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Готово!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</Words>
  <Application>Microsoft Macintosh PowerPoint</Application>
  <PresentationFormat>Экран (16:9)</PresentationFormat>
  <Paragraphs>53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варить рассыпчатый булгур</dc:title>
  <dc:subject>PptxGenJS Presentation</dc:subject>
  <dc:creator>CNURYAGDY Recipe</dc:creator>
  <cp:lastModifiedBy>m13259</cp:lastModifiedBy>
  <cp:revision>3</cp:revision>
  <dcterms:created xsi:type="dcterms:W3CDTF">2026-06-12T13:58:08Z</dcterms:created>
  <dcterms:modified xsi:type="dcterms:W3CDTF">2026-06-12T14:03:36Z</dcterms:modified>
</cp:coreProperties>
</file>