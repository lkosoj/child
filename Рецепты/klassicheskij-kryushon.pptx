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5486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ФРАНЦУЗСКАЯ КУХНЯ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Классический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французский крюшон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84632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Идеальный рецепт с пошаговой инструкцией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3794760"/>
            <a:ext cx="2011680" cy="45720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французский крюшон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крюшон?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Крюшон (фр. cruchon) — это традиционный французский освежающий напиток, фруктовый пунш на основе шампанского или игристого вина.
</a:t>
            </a:r>
            <a:pPr indent="0" marL="0">
              <a:buNone/>
            </a:pPr>
            <a:r>
              <a:rPr lang="en-US" sz="1400" b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
</a:t>
            </a:r>
            <a:pPr indent="0" marL="0">
              <a:buNone/>
            </a:pPr>
            <a:r>
              <a:rPr lang="en-US" sz="1300" dirty="0">
                <a:solidFill>
                  <a:srgbClr val="3D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Крюшон появился во Франции в XIX веке и быстро стал символом элегантных приёмов и званых ужинов. Название происходит от французского слова «cruche» — кувшин.
</a:t>
            </a:r>
            <a:pPr indent="0" marL="0">
              <a:buNone/>
            </a:pPr>
            <a:r>
              <a:rPr lang="en-US" sz="1300" dirty="0">
                <a:solidFill>
                  <a:srgbClr val="3D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Особенность напитка — в сочетании свежих фруктов, сухого вина и шампанского, что создаёт неповторимый вкус.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657600" cy="3200400"/>
          </a:xfrm>
          <a:prstGeom prst="rect">
            <a:avLst/>
          </a:prstGeom>
          <a:solidFill>
            <a:srgbClr val="EAE4DB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0" y="1280160"/>
            <a:ext cx="3291840" cy="2834640"/>
          </a:xfrm>
          <a:prstGeom prst="rect">
            <a:avLst/>
          </a:prstGeom>
          <a:solidFill>
            <a:srgbClr val="D8D1C4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17830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🍷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39496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Cruchon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394960" y="3291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Французский фруктовый пунш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шампанским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французский крюшон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749040" cy="822960"/>
          </a:xfrm>
          <a:prstGeom prst="rect">
            <a:avLst>
              <a:gd name="adj" fmla="val 5556"/>
            </a:avLst>
          </a:prstGeom>
          <a:solidFill>
            <a:srgbClr val="F7F5F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🍾  Шампанское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мл (1 бутылка)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749040" cy="822960"/>
          </a:xfrm>
          <a:prstGeom prst="rect">
            <a:avLst>
              <a:gd name="adj" fmla="val 5556"/>
            </a:avLst>
          </a:prstGeom>
          <a:solidFill>
            <a:srgbClr val="F7F5F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🍷  Сухое белое вино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мл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749040" cy="822960"/>
          </a:xfrm>
          <a:prstGeom prst="rect">
            <a:avLst>
              <a:gd name="adj" fmla="val 5556"/>
            </a:avLst>
          </a:prstGeom>
          <a:solidFill>
            <a:srgbClr val="F7F5F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56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🍓  Клубника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749040" cy="822960"/>
          </a:xfrm>
          <a:prstGeom prst="rect">
            <a:avLst>
              <a:gd name="adj" fmla="val 5556"/>
            </a:avLst>
          </a:prstGeom>
          <a:solidFill>
            <a:srgbClr val="F7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53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🍒  Черешня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3749040" cy="822960"/>
          </a:xfrm>
          <a:prstGeom prst="rect">
            <a:avLst>
              <a:gd name="adj" fmla="val 5556"/>
            </a:avLst>
          </a:prstGeom>
          <a:solidFill>
            <a:srgbClr val="F7F5F0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🍑  Персики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шт.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383280"/>
            <a:ext cx="3749040" cy="822960"/>
          </a:xfrm>
          <a:prstGeom prst="rect">
            <a:avLst>
              <a:gd name="adj" fmla="val 5556"/>
            </a:avLst>
          </a:prstGeom>
          <a:solidFill>
            <a:srgbClr val="F7F5F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456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🧂  Сахар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ст. ложки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7955280" cy="320040"/>
          </a:xfrm>
          <a:prstGeom prst="rect">
            <a:avLst>
              <a:gd name="adj" fmla="val 8571"/>
            </a:avLst>
          </a:prstGeom>
          <a:solidFill>
            <a:srgbClr val="F0EBE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159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желанию: коньяк — 20–60 мл для более глубокого вкуса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французский крюшон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029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1–2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 фруктов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325880"/>
          </a:xfrm>
          <a:prstGeom prst="rect">
            <a:avLst>
              <a:gd name="adj" fmla="val 3448"/>
            </a:avLst>
          </a:prstGeom>
          <a:solidFill>
            <a:srgbClr val="F7F5F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 фруктов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Промойте клубнику, черешню и персики. Удалите косточки. Нарежьте персики дольками, клубнику — пополам.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931920" cy="1325880"/>
          </a:xfrm>
          <a:prstGeom prst="rect">
            <a:avLst>
              <a:gd name="adj" fmla="val 3448"/>
            </a:avLst>
          </a:prstGeom>
          <a:solidFill>
            <a:srgbClr val="F7F5F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Засыпка сахаром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 фрукты в крюшонницу, засыпьте сахаром и оставьте на 30 минут при комнатной температуре.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1143000"/>
            <a:ext cx="3749040" cy="3108960"/>
          </a:xfrm>
          <a:prstGeom prst="ellipse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французский крюшон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29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A23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3–4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Вино, коньяк и шампанское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43000"/>
            <a:ext cx="3749040" cy="310896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280160"/>
            <a:ext cx="3931920" cy="1325880"/>
          </a:xfrm>
          <a:prstGeom prst="rect">
            <a:avLst>
              <a:gd name="adj" fmla="val 3448"/>
            </a:avLst>
          </a:prstGeom>
          <a:solidFill>
            <a:srgbClr val="F7F5F0"/>
          </a:solidFill>
          <a:ln/>
        </p:spPr>
      </p:sp>
      <p:sp>
        <p:nvSpPr>
          <p:cNvPr id="6" name="Text 3"/>
          <p:cNvSpPr/>
          <p:nvPr/>
        </p:nvSpPr>
        <p:spPr>
          <a:xfrm>
            <a:off x="480060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9496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Заливка вином и коньяком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00600" y="1828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Залейте фрукты сухим белым вином и коньяком (по желанию). Поставьте в холодильник на 1–2 часа.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0" y="2834640"/>
            <a:ext cx="3931920" cy="1325880"/>
          </a:xfrm>
          <a:prstGeom prst="rect">
            <a:avLst>
              <a:gd name="adj" fmla="val 3448"/>
            </a:avLst>
          </a:prstGeom>
          <a:solidFill>
            <a:srgbClr val="F7F5F0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2926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94960" y="2926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шампанского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0060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подачей залейте охлаждённым шампанским и аккуратно перемешайте.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французский крюшон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029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подавать крюшон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60320" cy="2560320"/>
          </a:xfrm>
          <a:prstGeom prst="rect">
            <a:avLst>
              <a:gd name="adj" fmla="val 2857"/>
            </a:avLst>
          </a:prstGeom>
          <a:solidFill>
            <a:srgbClr val="1A1A1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🥂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Бокалы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Подавайте в высоких стеклянных бокалах, чтобы подчеркнуть красоту напитка.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560320" cy="2560320"/>
          </a:xfrm>
          <a:prstGeom prst="rect">
            <a:avLst>
              <a:gd name="adj" fmla="val 2857"/>
            </a:avLst>
          </a:prstGeom>
          <a:solidFill>
            <a:srgbClr val="1A1A1C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🌿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Украшение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свежие листики мяты и дольки фруктов из крюшона.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560320" cy="2560320"/>
          </a:xfrm>
          <a:prstGeom prst="rect">
            <a:avLst>
              <a:gd name="adj" fmla="val 2857"/>
            </a:avLst>
          </a:prstGeom>
          <a:solidFill>
            <a:srgbClr val="1A1A1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83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❄️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Подавайте охлаждённым — идеальная температура 8–10 °C.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французский крюшон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29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 appétit!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3474720" y="2423160"/>
            <a:ext cx="2194560" cy="45720"/>
          </a:xfrm>
          <a:prstGeom prst="rect">
            <a:avLst/>
          </a:prstGeom>
          <a:solidFill>
            <a:srgbClr val="A23E2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Приятного аппетита! Порадуйте гостей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этим изысканным французским напитком.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Создавайте волшебные моменты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столом вместе с классическим крюшоном.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французский крюшон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29200" y="475488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Классический французский крюшон</dc:title>
  <dc:subject>Классический французский крюшон</dc:subject>
  <dc:creator>OpenAI</dc:creator>
  <cp:lastModifiedBy>OpenAI</cp:lastModifiedBy>
  <cp:revision>1</cp:revision>
  <dcterms:created xsi:type="dcterms:W3CDTF">2026-05-19T22:44:21Z</dcterms:created>
  <dcterms:modified xsi:type="dcterms:W3CDTF">2026-05-19T22:44:21Z</dcterms:modified>
</cp:coreProperties>
</file>