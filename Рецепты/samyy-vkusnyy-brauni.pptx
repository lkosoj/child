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554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B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143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КУЛИНАРНЫЙ ГИД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Самый вкусный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брауни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76072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рецепт с секретами идеальной fudgy-текстуры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1828800" cy="45720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слайдов · рецепт с фото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настоящий брауни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Fudgy-текстура — плотная, тягучая, влажная внутри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кекс и не бисквит: минимум муки, без соды и разрыхлителя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Глянцевая потрескавшаяся корочка сверху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меньше муки — тем более плотный и шоколадный результат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критерий готовности: слегка влажная серединка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234440"/>
            <a:ext cx="3657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28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вкусный брауни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6809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Тёмный шоколад 60–70%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09084" y="1316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г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Сливочное масло 82,5%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9084" y="1773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Сахар (белый + коричневый)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9084" y="22311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г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9084" y="26883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шт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Мука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09084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г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77764" y="13167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Какао алкализованное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66484" y="1316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г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77764" y="1773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66484" y="1773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ч.л.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77764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Ванильный экстракт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66484" y="22311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ч.л.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77764" y="2688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Орехи (опц.)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66484" y="26883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г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7764" y="3145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Эспрессо (опц.)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66484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ч.л.</a:t>
            </a:r>
            <a:endParaRPr lang="en-US" sz="10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09321" y="1325880"/>
            <a:ext cx="3784821" cy="30175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" y="4828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вкусный брауни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6809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 идеальной текстуры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34440"/>
            <a:ext cx="338328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0624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709160" y="1234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Комнатная температура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09160" y="15270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продукты заранее достаньте из холодильника — яйца и масло должны быть тёплыми.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0" y="2039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09160" y="2039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Взбивать до пышных лент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09160" y="2331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Яйца с сахаром взбивать до светлой пышной массы — это даёт глянцевую корочку.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06240" y="28437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09160" y="28437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перемешивать после муки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09160" y="31363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Вмешайте муку лопаткой и остановитесь — излишек глютена сделает текстуру резиновой.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06240" y="3648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09160" y="36484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Водяная баня без кипения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09160" y="394106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Растапливайте шоколад с маслом на бане, не допуская закипания — иначе текстура расслоится.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828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вкусный брауни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76809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ПРИГОТОВЛЕНИЕ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Готовим: шаги 1–3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234440"/>
            <a:ext cx="347472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1252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1554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Разогрейте духовку до 180 °C. Форму 20–23 см застелите пергаментом с запасом по краям для лёгкого извлечения.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2359152"/>
            <a:ext cx="457200" cy="457200"/>
          </a:xfrm>
          <a:prstGeom prst="ellipse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2331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Шоколадная основа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26334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Растопите шоколад с маслом на водяной бане, помешивая. Снимите с огня и дайте остыть до тёплого состояния.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3438144"/>
            <a:ext cx="457200" cy="457200"/>
          </a:xfrm>
          <a:prstGeom prst="ellipse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410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Яичная смесь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37124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Взбейте яйца с сахаром, солью и ванилью до светлой пышной массы, стекающей широкими лентами (около 3–5 минут).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828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вкусный брауни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76809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ПРИГОТОВЛЕНИЕ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Готовим: шаги 4–5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34440"/>
            <a:ext cx="365760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0" y="1252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 теста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1554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Соедините шоколадную основу с яичной смесью. Просейте муку с какао и вмешайте лопаткой — аккуратно, до объединения. Добавьте орехи.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2331720"/>
            <a:ext cx="457200" cy="457200"/>
          </a:xfrm>
          <a:prstGeom prst="ellipse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0" y="2304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Выпекание 20–30 минут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2606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Вылейте тесто в форму. Проверяйте зубочисткой: влажные крошки = готово, сухая чистая = пересушено.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3429000"/>
            <a:ext cx="3840480" cy="91440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Лучше недопечь, чем пересушить!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7492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должен слегка пружинить при нажатии.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 готово к выпечке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4828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вкусный брауни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76809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 и хранение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Остывание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27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Остудите в форме 10–15 минут, затем перенесите на решётку.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Нарезка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3682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Нарезайте после полного остывания. Совет: морозильник 20 минут + горячий нож.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2095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Ванильное мороженое, взбитые сливки или щепотка морской соли.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8039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050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герметичном контейнере при комнатной температуре до 4 дней.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234440"/>
            <a:ext cx="3657600" cy="3200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4828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вкусный брауни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6809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B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051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Готово!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чаепития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2468880"/>
            <a:ext cx="1828800" cy="45720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правило: лучше недопечь, чем пересушить.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" y="3200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Тёплый брауни — мягкий, как бисквит. Охлаждённый — тягучий и плотный.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457</Words>
  <Application>Microsoft Macintosh PowerPoint</Application>
  <PresentationFormat>Экран 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Самый вкусный брауни</dc:title>
  <dc:subject>PptxGenJS Presentation</dc:subject>
  <dc:creator>Кулинарная студия</dc:creator>
  <cp:lastModifiedBy>m13259</cp:lastModifiedBy>
  <cp:revision>2</cp:revision>
  <dcterms:created xsi:type="dcterms:W3CDTF">2026-07-03T12:49:17Z</dcterms:created>
  <dcterms:modified xsi:type="dcterms:W3CDTF">2026-07-03T12:57:33Z</dcterms:modified>
</cp:coreProperties>
</file>