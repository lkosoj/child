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2926080"/>
            <a:ext cx="9144000" cy="22174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017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УЗБЕКСКИЙ ПЛОВ</a:t>
            </a:r>
            <a:endParaRPr lang="en-US" sz="42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ИЗ БАРАНИНЫ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914400" y="44805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Классический рецепт для приготовления в казане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6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F5E6D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ИНГРЕДИЕНТЫ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3716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Баранина (мякоть)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474720" y="11430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кг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48640" y="15087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 (девзира/басмати)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кг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Морковь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474720" y="18745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кг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репчатый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74720" y="22402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г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Масло растительное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26060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мл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Чеснок (головки)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шт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 (сухой)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74720" y="333756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г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Зира (кумин)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74720" y="370332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ст.л.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Курдючный жир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74720" y="406908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г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Соль, перец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74720" y="443484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вкусу</a:t>
            </a:r>
            <a:endParaRPr lang="en-US" sz="125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ПОДГОТОВКА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 промыть 10 раз до прозрачности воды, замочить в тёплой подсолённой воде на 30 минут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48256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38528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 замочить на ночь (или минимум 4 часа) в холодной воде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15184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50545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Баранину нарезать крупными кусками (размером с грецкий орех)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182112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07238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Морковь нарезать длинными тонкими брусочками (не тереть!)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6393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Лук нарезать полукольцами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1596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20624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Чеснок очистить от верхней шелухи, оставить головки целыми</a:t>
            </a:r>
            <a:endParaRPr lang="en-US" sz="12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57200"/>
            <a:ext cx="347472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8F0"/>
          </a:solidFill>
          <a:ln/>
        </p:spPr>
      </p:sp>
      <p:sp>
        <p:nvSpPr>
          <p:cNvPr id="4" name="Shape 1"/>
          <p:cNvSpPr/>
          <p:nvPr/>
        </p:nvSpPr>
        <p:spPr>
          <a:xfrm>
            <a:off x="4937760" y="365760"/>
            <a:ext cx="822960" cy="82296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5" name="Text 2"/>
          <p:cNvSpPr/>
          <p:nvPr/>
        </p:nvSpPr>
        <p:spPr>
          <a:xfrm>
            <a:off x="493776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0" y="365760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ЗИРВАК — ОСНОВА ПЛОВА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029200" y="148132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8" name="Text 5"/>
          <p:cNvSpPr/>
          <p:nvPr/>
        </p:nvSpPr>
        <p:spPr>
          <a:xfrm>
            <a:off x="5394960" y="137160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Раскалить масло в казане (проверить луковицей — почернела = готово)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2011680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0" name="Text 7"/>
          <p:cNvSpPr/>
          <p:nvPr/>
        </p:nvSpPr>
        <p:spPr>
          <a:xfrm>
            <a:off x="5394960" y="1901952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Обжарить мясо до золотистой корочки на сильном огне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542032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2" name="Text 9"/>
          <p:cNvSpPr/>
          <p:nvPr/>
        </p:nvSpPr>
        <p:spPr>
          <a:xfrm>
            <a:off x="5394960" y="2432304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лук, жарить до золотистого цвета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029200" y="3072384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2962656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морковь, жарить 10 минут не перемешивая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0" y="3602736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6" name="Text 13"/>
          <p:cNvSpPr/>
          <p:nvPr/>
        </p:nvSpPr>
        <p:spPr>
          <a:xfrm>
            <a:off x="5394960" y="3493008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Залить кипятком на 2 см выше мяса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0" y="413308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8" name="Text 15"/>
          <p:cNvSpPr/>
          <p:nvPr/>
        </p:nvSpPr>
        <p:spPr>
          <a:xfrm>
            <a:off x="5394960" y="4023360"/>
            <a:ext cx="347472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зиру, соль, перец. Тушить 40 минут на среднем огне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6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1148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F5E6D0"/>
          </a:solidFill>
          <a:ln/>
        </p:spPr>
      </p:sp>
      <p:sp>
        <p:nvSpPr>
          <p:cNvPr id="4" name="Shape 1"/>
          <p:cNvSpPr/>
          <p:nvPr/>
        </p:nvSpPr>
        <p:spPr>
          <a:xfrm>
            <a:off x="4480560" y="365760"/>
            <a:ext cx="822960" cy="82296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5" name="Text 2"/>
          <p:cNvSpPr/>
          <p:nvPr/>
        </p:nvSpPr>
        <p:spPr>
          <a:xfrm>
            <a:off x="448056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0" y="36576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НУТ — ДУША ПЛОВА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486400" y="1097280"/>
            <a:ext cx="1371600" cy="54864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0" y="12801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 (нохат) — неотъемлемый ингредиент классического узбекского плова. Он придаёт блюду особую плотность, насыщенность и богатый вкус.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239572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Замочить 200 г нута на ночь в холодной воде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663440" y="289864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Утром слить воду, промыть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340156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4" name="Text 11"/>
          <p:cNvSpPr/>
          <p:nvPr/>
        </p:nvSpPr>
        <p:spPr>
          <a:xfrm>
            <a:off x="502920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в зирвак вместе с мясом и морковью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663440" y="390448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Тушить вместе с зирваком 40 минут до мягкости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63440" y="440740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8" name="Text 15"/>
          <p:cNvSpPr/>
          <p:nvPr/>
        </p:nvSpPr>
        <p:spPr>
          <a:xfrm>
            <a:off x="5029200" y="42976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Нут впитает ароматы мяса и специй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0" y="4297680"/>
            <a:ext cx="4114800" cy="548640"/>
          </a:xfrm>
          <a:prstGeom prst="roundRect">
            <a:avLst>
              <a:gd name="adj" fmla="val 16667"/>
            </a:avLst>
          </a:prstGeom>
          <a:solidFill>
            <a:srgbClr val="8B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4663440" y="4343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Совет: Можно использовать консервированный нут — добавить за 15 минут до готовности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22960" cy="822960"/>
          </a:xfrm>
          <a:prstGeom prst="ellipse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ЗАКЛАДКА РИСА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38988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8016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Слить воду с риса, выложить ровным слоем поверх зирвака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65376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5564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перемешивать! Рис должен лежать сверху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231136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Вставить 3 головки чеснока в рис целиком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16352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706624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Аккуратно залить кипяток через шумовку на 2 см выше риса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18211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зиру и соль поверх риса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67328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657600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Довести до кипения, затем убавить огонь до минимума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242816"/>
            <a:ext cx="182880" cy="18288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13308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Накрыть крышкой, обёрнутой полотенцем, тушить 25-30 минут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760720" y="914400"/>
            <a:ext cx="3017520" cy="3200400"/>
          </a:xfrm>
          <a:prstGeom prst="roundRect">
            <a:avLst>
              <a:gd name="adj" fmla="val 4545"/>
            </a:avLst>
          </a:prstGeom>
          <a:solidFill>
            <a:srgbClr val="8B1A1A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09728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КЛЮЧЕВЫЕ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943600" y="1920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Рис НЕ мешать с мясом!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Вода на 2 см выше риса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43600" y="27432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Только кипяток!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3154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Крышка с полотенцем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0" y="35661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Минимальный огонь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ФИНАЛ И ПОДАЧА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200400" y="1097280"/>
            <a:ext cx="2743200" cy="457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6" name="Shape 3"/>
          <p:cNvSpPr/>
          <p:nvPr/>
        </p:nvSpPr>
        <p:spPr>
          <a:xfrm>
            <a:off x="914400" y="144475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4447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71600" y="1371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Снять с огня, аккуратно перемешать рис с мясом, морковью и нутом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914400" y="199339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19933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371600" y="19202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Выложить на большое блюдо горкой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14400" y="254203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25420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371600" y="2468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разместить мясо, целые головки чеснока и нут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914400" y="309067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6" name="Text 13"/>
          <p:cNvSpPr/>
          <p:nvPr/>
        </p:nvSpPr>
        <p:spPr>
          <a:xfrm>
            <a:off x="914400" y="3090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371600" y="30175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Украсить свежей зеленью (кинза, зелёный лук)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914400" y="363931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36393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371600" y="35661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Подавать с салатом из свежих овощей (ачичук)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14400" y="4187952"/>
            <a:ext cx="320040" cy="320040"/>
          </a:xfrm>
          <a:prstGeom prst="ellipse">
            <a:avLst/>
          </a:prstGeom>
          <a:solidFill>
            <a:srgbClr val="C8960C"/>
          </a:solidFill>
          <a:ln/>
        </p:spPr>
      </p:sp>
      <p:sp>
        <p:nvSpPr>
          <p:cNvPr id="22" name="Text 19"/>
          <p:cNvSpPr/>
          <p:nvPr/>
        </p:nvSpPr>
        <p:spPr>
          <a:xfrm>
            <a:off x="914400" y="41879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1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приготовления: ~2,5 часа (с учётом замачивания нута)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6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B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СЕКРЕТЫ ИДЕАЛЬНОГО ПЛОВА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0" y="1005840"/>
            <a:ext cx="2743200" cy="45720"/>
          </a:xfrm>
          <a:prstGeom prst="rect">
            <a:avLst/>
          </a:prstGeom>
          <a:solidFill>
            <a:srgbClr val="C8960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ПРАВИЛЬНЫЙ РИС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Используйте девзиру или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красный рис из Узбекистана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Промывайте до полной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прозрачности воды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Замачивайте минимум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30 минут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630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ПРАВИЛЬНЫЙ ОГОНЬ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Масло должно быть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раскалённым (дымится!)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Мясо жарить на максимальном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огне для корочки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Тушение — только 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минимальном огне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28016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FF8F0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463040"/>
            <a:ext cx="2468880" cy="548640"/>
          </a:xfrm>
          <a:prstGeom prst="roundRect">
            <a:avLst>
              <a:gd name="adj" fmla="val 13333"/>
            </a:avLst>
          </a:prstGeom>
          <a:solidFill>
            <a:srgbClr val="8B1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ПРАВИЛЬНЫЕ СПЕЦИИ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Зира — главная специя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плова, не заменяйте!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30175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Курдючный жир даёт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настоящий вкус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Нут — душа плова,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E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замачивайте заранее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5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371600"/>
            <a:ext cx="9144000" cy="256032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96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НУШ ОТСУН!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2743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(Приятного аппетита по-узбекски)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приготовления: ~2,5 часа  •  Порций: 8-10  •  Сложность: средняя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2026-05-09T19:22:31Z</dcterms:created>
  <dcterms:modified xsi:type="dcterms:W3CDTF">2026-05-09T19:22:31Z</dcterms:modified>
</cp:coreProperties>
</file>