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F08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· ОДНА СКОВОРОДА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Жареная картошка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лисичками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21208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Грибы жарим вместе с картошкой — так вкусы соединяются в одно целое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21208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40 минут  ·  2–3 порции  ·  сложность: просто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 блюда: всё жарится в одной сковороде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Картошка и лисички не готовятся по отдельности —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жарятся вместе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обмениваясь вкусом и ароматом на раскалённом масле.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простой: сначала на сковороду уходит картошка, а через 10–15 минут к ней добавляются лисички и лук — и дальше всё жарится вместе до румяной корочки.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3291840"/>
            <a:ext cx="214884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4015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сковорода на всё блюдо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3291840"/>
            <a:ext cx="2377440" cy="11430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07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25–30 мин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71800" y="3977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общей жарки на среднем огне</a:t>
            </a:r>
            <a:endParaRPr lang="en-US" sz="1050" dirty="0"/>
          </a:p>
        </p:txBody>
      </p:sp>
      <p:pic>
        <p:nvPicPr>
          <p:cNvPr id="10" name="Image 0" descr="Картошка с лисичками жарится вместе на сковород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051560"/>
            <a:ext cx="3200400" cy="3383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 на 2–3 порции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4572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Картофель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500–600 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Лисички свежие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Лук репчатый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шт.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Чеснок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зубчика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Масло растительное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ст. л.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Сливочное масло (по желанию)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Соль, чёрный перец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вкусу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Паприка или кориандр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щепотка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Зелень укропа и петрушки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5E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небольшой пучок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5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Свежие лисички и картофель на деревянном стол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051560"/>
            <a:ext cx="3383280" cy="3383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Подготовка: 10 минут до сковороды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502920" cy="502920"/>
          </a:xfrm>
          <a:prstGeom prst="ellipse">
            <a:avLst/>
          </a:prstGeom>
          <a:solidFill>
            <a:srgbClr val="E07B2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Лисички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88720" y="136245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Переберите, быстро промойте и тщательно обсушите бумажным полотенцем. Мелкие оставьте целыми, крупные разрежьте пополам.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95144"/>
            <a:ext cx="502920" cy="502920"/>
          </a:xfrm>
          <a:prstGeom prst="ellipse">
            <a:avLst/>
          </a:prstGeom>
          <a:solidFill>
            <a:srgbClr val="E07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221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Картошка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25328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Почистите, нарежьте брусочками или дольками одинакового размера и тоже обсушите — сухая поверхность даёт корочку.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65576"/>
            <a:ext cx="502920" cy="502920"/>
          </a:xfrm>
          <a:prstGeom prst="ellipse">
            <a:avLst/>
          </a:prstGeom>
          <a:solidFill>
            <a:srgbClr val="E07B2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392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и чеснок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— полукольцами, чеснок — крупными кусочками. Чеснок пойдёт в сковороду в самом конце.</a:t>
            </a:r>
            <a:endParaRPr lang="en-US" sz="1150" dirty="0"/>
          </a:p>
        </p:txBody>
      </p:sp>
      <p:pic>
        <p:nvPicPr>
          <p:cNvPr id="15" name="Image 0" descr="Нарезанная картошка и лисички на доск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051560"/>
            <a:ext cx="3200400" cy="3383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1. Сначала — картошка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377440" cy="6858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7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 минут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масло на среднем огне и выложите картошку одним слоем.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Жарьте 10–15 минут, переворачивая 2–3 раза: картошка должна стать мягкой, но ещё без корочки.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солите — соль вытягивает влагу и мешает румянцу.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Огонь — средний, крышкой не накрываем.</a:t>
            </a:r>
            <a:endParaRPr lang="en-US" sz="1200" dirty="0"/>
          </a:p>
        </p:txBody>
      </p:sp>
      <p:pic>
        <p:nvPicPr>
          <p:cNvPr id="7" name="Image 0" descr="Картошка жарится на сковород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051560"/>
            <a:ext cx="32918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2. Добавляем лисички — и жарим вместе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377440" cy="685800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07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ещё 10–15 минут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полуготовой картошке добавьте лисички и лук — прямо в ту же сковороду.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Жарьте всё вместе 10–15 минут, аккуратно помешивая, пока грибы не отдадут влагу, а картошка не покроется золотистой корочкой.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2–3 минуты до готовности: чеснок, соль, чёрный перец, щепотка паприки. По желанию — кусочек сливочного масла.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Снимите с огня, посыпьте зеленью.</a:t>
            </a:r>
            <a:endParaRPr lang="en-US" sz="1300" dirty="0"/>
          </a:p>
        </p:txBody>
      </p:sp>
      <p:pic>
        <p:nvPicPr>
          <p:cNvPr id="6" name="Image 0" descr="Картошка и лисички жарятся вместе до румяной корочк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051560"/>
            <a:ext cx="329184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секретов идеальной корочки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160520" cy="987552"/>
          </a:xfrm>
          <a:prstGeom prst="rect">
            <a:avLst/>
          </a:prstGeom>
          <a:solidFill>
            <a:srgbClr val="FFFDF8"/>
          </a:solidFill>
          <a:ln w="9525">
            <a:solidFill>
              <a:srgbClr val="E3D5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82296" cy="987552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Обсушите грибы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Мокрые лисички превратят жарку в тушение — корочки не будет.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160520" cy="987552"/>
          </a:xfrm>
          <a:prstGeom prst="rect">
            <a:avLst/>
          </a:prstGeom>
          <a:solidFill>
            <a:srgbClr val="FFFDF8"/>
          </a:solidFill>
          <a:ln w="9525">
            <a:solidFill>
              <a:srgbClr val="E3D5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051560"/>
            <a:ext cx="82296" cy="987552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143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Одинаковая нарезка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74920" y="1435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Брусочки одного размера готовятся равномерно.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4160520" cy="987552"/>
          </a:xfrm>
          <a:prstGeom prst="rect">
            <a:avLst/>
          </a:prstGeom>
          <a:solidFill>
            <a:srgbClr val="FFFDF8"/>
          </a:solidFill>
          <a:ln w="9525">
            <a:solidFill>
              <a:srgbClr val="E3D5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21992"/>
            <a:ext cx="82296" cy="987552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мешайте часто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Картошке нужен контакт со сковородой — переворачивайте раз в 4–5 минут.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221992"/>
            <a:ext cx="4160520" cy="987552"/>
          </a:xfrm>
          <a:prstGeom prst="rect">
            <a:avLst/>
          </a:prstGeom>
          <a:solidFill>
            <a:srgbClr val="FFFDF8"/>
          </a:solidFill>
          <a:ln w="9525">
            <a:solidFill>
              <a:srgbClr val="E3D5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221992"/>
            <a:ext cx="82296" cy="987552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Солите в конце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74920" y="2606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соль вытягивает сок и крадёт румянец.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92424"/>
            <a:ext cx="8503920" cy="987552"/>
          </a:xfrm>
          <a:prstGeom prst="rect">
            <a:avLst/>
          </a:prstGeom>
          <a:solidFill>
            <a:srgbClr val="FFFDF8"/>
          </a:solidFill>
          <a:ln w="9525">
            <a:solidFill>
              <a:srgbClr val="E3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92424"/>
            <a:ext cx="82296" cy="987552"/>
          </a:xfrm>
          <a:prstGeom prst="rect">
            <a:avLst/>
          </a:prstGeom>
          <a:solidFill>
            <a:srgbClr val="E07B2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83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сковорода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слой, без толпы: иначе всё отпотеет и размякнет.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Готовая картошка с лисичками со сметаной и зеленью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Подавайте сразу,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07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пока хрустит корочка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Сметана или сметана с чесноком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Солёный огурец или маринованные томаты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зелень и чёрный перец сверху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Кусочек чёрного хлеба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ккал на 100 г  ·  сезон лисичек: июнь — октябрь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Жареная картошка с лисичками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6052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Жареная картошка с лисичками</dc:title>
  <dc:subject>PptxGenJS Presentation</dc:subject>
  <dc:creator>Recipe Deck</dc:creator>
  <cp:lastModifiedBy>Recipe Deck</cp:lastModifiedBy>
  <cp:revision>1</cp:revision>
  <dcterms:created xsi:type="dcterms:W3CDTF">2026-07-17T22:50:59Z</dcterms:created>
  <dcterms:modified xsi:type="dcterms:W3CDTF">2026-07-17T22:50:59Z</dcterms:modified>
</cp:coreProperties>
</file>