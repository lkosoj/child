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B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Солнечные затмения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84632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такое, чем полезны и как используются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3657600"/>
            <a:ext cx="2011680" cy="54864"/>
          </a:xfrm>
          <a:prstGeom prst="rect">
            <a:avLst/>
          </a:prstGeom>
          <a:solidFill>
            <a:srgbClr val="A23E2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731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Астрономия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846320" y="47731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солнечное затмение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Солнечное затмение — это астрономическое явление, при котором Луна проходит между Землёй и Солнцем, полностью или частично закрывая солнечный диск для наблюдателя на Земле.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одно из самых впечатляющих природных явлений, которое на протяжении тысячелетий вызывало страх, благоговение и научный интерес.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51560"/>
            <a:ext cx="3840480" cy="306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731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846320" y="47731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Полное солнечное затмение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полном затмении Луна полностью закрывает Солнце, и на несколько минут наступает темнота. В этот момент становится видна солнечная корона — внешняя атмосфера Солнца, состоящая из раскалённой плазмы.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Корона простирается на миллионы километров и имеет температуру более миллиона градусов. Её изучение помогает учёным понять физику звёзд и космическую погоду.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51560"/>
            <a:ext cx="3840480" cy="306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731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 затмение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846320" y="47731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Чем полезны солнечные затмения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Изучение солнечной короны и атмосферы Солнца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теории относительности Эйнштейна (1919 г.)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Исследование ионосферы Земли и радиосвязи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Наблюдение за поведением животных и экосистем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Популяризация науки и астрономии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Уникальные возможности для астрофотографии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51560"/>
            <a:ext cx="3840480" cy="306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731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Научная польза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846320" y="47731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Чем вредны солнечные затмения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Опасность повреждения сетчатки при наблюдении без защиты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Солнечные ожоги глаз (ретинопатия) даже при кратковременном взгляде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для детей, не понимающих опасность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Психологический стресс у суеверных людей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Временные перебои в работе солнечных электростанций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51560"/>
            <a:ext cx="3840480" cy="306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731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Опасности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846320" y="47731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используются солнечные затмения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Научные экспедиции для изучения короны и хромосферы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 космических телескопов и приборов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Образовательные программы и публичные лекции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Астротуризм — путешествия к местам наблюдения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Историческая датировка событий древнего мира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новых оптических технологий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51560"/>
            <a:ext cx="3840480" cy="306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731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применение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846320" y="47731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8368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Солнечные затмения: от мифа к науке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8D1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«Затмение — это не конец света, а начало нового понимания Вселенной.»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2926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древних страхов до современных научных экспедиций — солнечные затмения остаются одним из самых мощных инструментов познания нашей звезды и Вселенной.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2011680" cy="54864"/>
          </a:xfrm>
          <a:prstGeom prst="rect">
            <a:avLst/>
          </a:prstGeom>
          <a:solidFill>
            <a:srgbClr val="A23E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846320" y="47731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Солнечные затмения</dc:title>
  <dc:subject>Солнечные затмения</dc:subject>
  <dc:creator>AI Assistant</dc:creator>
  <cp:lastModifiedBy>AI Assistant</cp:lastModifiedBy>
  <cp:revision>1</cp:revision>
  <dcterms:created xsi:type="dcterms:W3CDTF">2026-06-01T03:22:37Z</dcterms:created>
  <dcterms:modified xsi:type="dcterms:W3CDTF">2026-06-01T03:22:37Z</dcterms:modified>
</cp:coreProperties>
</file>